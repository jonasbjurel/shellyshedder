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7315200" cy="96012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093F69-D5D1-4471-843B-3B834C2703E5}" v="121" dt="2026-03-20T11:17:24.3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484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s Bjurel" userId="05f6ddf6-7be8-452a-8077-00a16bc7f7a5" providerId="ADAL" clId="{8FC618C2-55AC-4C6F-AD04-AE0682A0F0D3}"/>
    <pc:docChg chg="undo custSel addSld delSld modSld sldOrd">
      <pc:chgData name="Jonas Bjurel" userId="05f6ddf6-7be8-452a-8077-00a16bc7f7a5" providerId="ADAL" clId="{8FC618C2-55AC-4C6F-AD04-AE0682A0F0D3}" dt="2026-03-20T11:18:20.872" v="209" actId="2696"/>
      <pc:docMkLst>
        <pc:docMk/>
      </pc:docMkLst>
      <pc:sldChg chg="addSp delSp modSp mod ord">
        <pc:chgData name="Jonas Bjurel" userId="05f6ddf6-7be8-452a-8077-00a16bc7f7a5" providerId="ADAL" clId="{8FC618C2-55AC-4C6F-AD04-AE0682A0F0D3}" dt="2026-03-19T20:51:40.247" v="177"/>
        <pc:sldMkLst>
          <pc:docMk/>
          <pc:sldMk cId="2016711445" sldId="257"/>
        </pc:sldMkLst>
        <pc:spChg chg="add mod">
          <ac:chgData name="Jonas Bjurel" userId="05f6ddf6-7be8-452a-8077-00a16bc7f7a5" providerId="ADAL" clId="{8FC618C2-55AC-4C6F-AD04-AE0682A0F0D3}" dt="2026-03-19T19:50:48.061" v="104" actId="1036"/>
          <ac:spMkLst>
            <pc:docMk/>
            <pc:sldMk cId="2016711445" sldId="257"/>
            <ac:spMk id="7" creationId="{937F355D-5ACB-79FB-CF32-966E4C3E2CC4}"/>
          </ac:spMkLst>
        </pc:spChg>
        <pc:spChg chg="add mod">
          <ac:chgData name="Jonas Bjurel" userId="05f6ddf6-7be8-452a-8077-00a16bc7f7a5" providerId="ADAL" clId="{8FC618C2-55AC-4C6F-AD04-AE0682A0F0D3}" dt="2026-03-19T19:50:57.319" v="107" actId="1037"/>
          <ac:spMkLst>
            <pc:docMk/>
            <pc:sldMk cId="2016711445" sldId="257"/>
            <ac:spMk id="14" creationId="{4FD66D4D-6766-3D74-4F5E-D415216DA7C5}"/>
          </ac:spMkLst>
        </pc:spChg>
        <pc:spChg chg="add del">
          <ac:chgData name="Jonas Bjurel" userId="05f6ddf6-7be8-452a-8077-00a16bc7f7a5" providerId="ADAL" clId="{8FC618C2-55AC-4C6F-AD04-AE0682A0F0D3}" dt="2026-03-19T19:48:56.891" v="93" actId="22"/>
          <ac:spMkLst>
            <pc:docMk/>
            <pc:sldMk cId="2016711445" sldId="257"/>
            <ac:spMk id="24" creationId="{2B37EE93-AAF3-7B10-017E-DF6909112003}"/>
          </ac:spMkLst>
        </pc:spChg>
        <pc:grpChg chg="add del mod">
          <ac:chgData name="Jonas Bjurel" userId="05f6ddf6-7be8-452a-8077-00a16bc7f7a5" providerId="ADAL" clId="{8FC618C2-55AC-4C6F-AD04-AE0682A0F0D3}" dt="2026-03-19T19:50:48.061" v="104" actId="1036"/>
          <ac:grpSpMkLst>
            <pc:docMk/>
            <pc:sldMk cId="2016711445" sldId="257"/>
            <ac:grpSpMk id="11" creationId="{98248B6C-B144-A84B-EF7C-4997F1DEA078}"/>
          </ac:grpSpMkLst>
        </pc:grpChg>
        <pc:grpChg chg="add mod">
          <ac:chgData name="Jonas Bjurel" userId="05f6ddf6-7be8-452a-8077-00a16bc7f7a5" providerId="ADAL" clId="{8FC618C2-55AC-4C6F-AD04-AE0682A0F0D3}" dt="2026-03-19T19:50:57.319" v="107" actId="1037"/>
          <ac:grpSpMkLst>
            <pc:docMk/>
            <pc:sldMk cId="2016711445" sldId="257"/>
            <ac:grpSpMk id="16" creationId="{19E72DC1-E7E2-A91B-2D18-45564056A3D2}"/>
          </ac:grpSpMkLst>
        </pc:grpChg>
        <pc:picChg chg="add mod">
          <ac:chgData name="Jonas Bjurel" userId="05f6ddf6-7be8-452a-8077-00a16bc7f7a5" providerId="ADAL" clId="{8FC618C2-55AC-4C6F-AD04-AE0682A0F0D3}" dt="2026-03-19T19:50:48.061" v="104" actId="1036"/>
          <ac:picMkLst>
            <pc:docMk/>
            <pc:sldMk cId="2016711445" sldId="257"/>
            <ac:picMk id="5" creationId="{362AD73B-A2C0-40FF-43EA-64FF4F5D28FD}"/>
          </ac:picMkLst>
        </pc:picChg>
        <pc:picChg chg="add del mod">
          <ac:chgData name="Jonas Bjurel" userId="05f6ddf6-7be8-452a-8077-00a16bc7f7a5" providerId="ADAL" clId="{8FC618C2-55AC-4C6F-AD04-AE0682A0F0D3}" dt="2026-03-19T19:50:57.319" v="107" actId="1037"/>
          <ac:picMkLst>
            <pc:docMk/>
            <pc:sldMk cId="2016711445" sldId="257"/>
            <ac:picMk id="13" creationId="{8FD0DADB-6CC1-0420-F72A-E3D6C79CCFED}"/>
          </ac:picMkLst>
        </pc:picChg>
        <pc:picChg chg="add mod">
          <ac:chgData name="Jonas Bjurel" userId="05f6ddf6-7be8-452a-8077-00a16bc7f7a5" providerId="ADAL" clId="{8FC618C2-55AC-4C6F-AD04-AE0682A0F0D3}" dt="2026-03-19T19:50:34.872" v="99" actId="1076"/>
          <ac:picMkLst>
            <pc:docMk/>
            <pc:sldMk cId="2016711445" sldId="257"/>
            <ac:picMk id="31" creationId="{B2FC8676-AE21-1D01-7AF8-6562DBB8C3ED}"/>
          </ac:picMkLst>
        </pc:picChg>
        <pc:picChg chg="add">
          <ac:chgData name="Jonas Bjurel" userId="05f6ddf6-7be8-452a-8077-00a16bc7f7a5" providerId="ADAL" clId="{8FC618C2-55AC-4C6F-AD04-AE0682A0F0D3}" dt="2026-03-19T19:41:03.380" v="45"/>
          <ac:picMkLst>
            <pc:docMk/>
            <pc:sldMk cId="2016711445" sldId="257"/>
            <ac:picMk id="1026" creationId="{942CF381-0252-FF5B-7479-34B7FBE6C32A}"/>
          </ac:picMkLst>
        </pc:picChg>
        <pc:picChg chg="mod">
          <ac:chgData name="Jonas Bjurel" userId="05f6ddf6-7be8-452a-8077-00a16bc7f7a5" providerId="ADAL" clId="{8FC618C2-55AC-4C6F-AD04-AE0682A0F0D3}" dt="2026-03-19T19:41:37.888" v="57" actId="1076"/>
          <ac:picMkLst>
            <pc:docMk/>
            <pc:sldMk cId="2016711445" sldId="257"/>
            <ac:picMk id="1064" creationId="{18792796-C82B-6CA3-5C39-1CCF0364CDA5}"/>
          </ac:picMkLst>
        </pc:picChg>
        <pc:picChg chg="mod">
          <ac:chgData name="Jonas Bjurel" userId="05f6ddf6-7be8-452a-8077-00a16bc7f7a5" providerId="ADAL" clId="{8FC618C2-55AC-4C6F-AD04-AE0682A0F0D3}" dt="2026-03-19T19:51:47.288" v="120" actId="1036"/>
          <ac:picMkLst>
            <pc:docMk/>
            <pc:sldMk cId="2016711445" sldId="257"/>
            <ac:picMk id="1066" creationId="{AA6EC4F9-F800-870F-BD0B-8D00C73AA884}"/>
          </ac:picMkLst>
        </pc:picChg>
        <pc:cxnChg chg="mod">
          <ac:chgData name="Jonas Bjurel" userId="05f6ddf6-7be8-452a-8077-00a16bc7f7a5" providerId="ADAL" clId="{8FC618C2-55AC-4C6F-AD04-AE0682A0F0D3}" dt="2026-03-19T19:47:42.901" v="91" actId="1037"/>
          <ac:cxnSpMkLst>
            <pc:docMk/>
            <pc:sldMk cId="2016711445" sldId="257"/>
            <ac:cxnSpMk id="1071" creationId="{06FAD586-9308-96A1-F177-1931DC7F115A}"/>
          </ac:cxnSpMkLst>
        </pc:cxnChg>
      </pc:sldChg>
      <pc:sldChg chg="addSp modSp mod">
        <pc:chgData name="Jonas Bjurel" userId="05f6ddf6-7be8-452a-8077-00a16bc7f7a5" providerId="ADAL" clId="{8FC618C2-55AC-4C6F-AD04-AE0682A0F0D3}" dt="2026-03-19T20:43:51.870" v="167" actId="14100"/>
        <pc:sldMkLst>
          <pc:docMk/>
          <pc:sldMk cId="4167088281" sldId="258"/>
        </pc:sldMkLst>
        <pc:spChg chg="mod">
          <ac:chgData name="Jonas Bjurel" userId="05f6ddf6-7be8-452a-8077-00a16bc7f7a5" providerId="ADAL" clId="{8FC618C2-55AC-4C6F-AD04-AE0682A0F0D3}" dt="2026-03-19T20:42:45.053" v="157"/>
          <ac:spMkLst>
            <pc:docMk/>
            <pc:sldMk cId="4167088281" sldId="258"/>
            <ac:spMk id="26" creationId="{391BBB9E-0AA6-5B60-9B6E-75C72D3436AA}"/>
          </ac:spMkLst>
        </pc:spChg>
        <pc:spChg chg="mod">
          <ac:chgData name="Jonas Bjurel" userId="05f6ddf6-7be8-452a-8077-00a16bc7f7a5" providerId="ADAL" clId="{8FC618C2-55AC-4C6F-AD04-AE0682A0F0D3}" dt="2026-03-19T20:42:45.053" v="157"/>
          <ac:spMkLst>
            <pc:docMk/>
            <pc:sldMk cId="4167088281" sldId="258"/>
            <ac:spMk id="32" creationId="{7567CF10-B151-7AF0-709B-C120867E6003}"/>
          </ac:spMkLst>
        </pc:spChg>
        <pc:grpChg chg="add mod">
          <ac:chgData name="Jonas Bjurel" userId="05f6ddf6-7be8-452a-8077-00a16bc7f7a5" providerId="ADAL" clId="{8FC618C2-55AC-4C6F-AD04-AE0682A0F0D3}" dt="2026-03-19T20:42:45.053" v="157"/>
          <ac:grpSpMkLst>
            <pc:docMk/>
            <pc:sldMk cId="4167088281" sldId="258"/>
            <ac:grpSpMk id="24" creationId="{877F12AF-56BB-F0C4-FD12-D546204A2561}"/>
          </ac:grpSpMkLst>
        </pc:grpChg>
        <pc:grpChg chg="add mod">
          <ac:chgData name="Jonas Bjurel" userId="05f6ddf6-7be8-452a-8077-00a16bc7f7a5" providerId="ADAL" clId="{8FC618C2-55AC-4C6F-AD04-AE0682A0F0D3}" dt="2026-03-19T20:42:45.053" v="157"/>
          <ac:grpSpMkLst>
            <pc:docMk/>
            <pc:sldMk cId="4167088281" sldId="258"/>
            <ac:grpSpMk id="27" creationId="{6799E508-0BCE-2C6D-CC0C-32CAF2D370D8}"/>
          </ac:grpSpMkLst>
        </pc:grpChg>
        <pc:picChg chg="add mod">
          <ac:chgData name="Jonas Bjurel" userId="05f6ddf6-7be8-452a-8077-00a16bc7f7a5" providerId="ADAL" clId="{8FC618C2-55AC-4C6F-AD04-AE0682A0F0D3}" dt="2026-03-19T20:42:51.213" v="159" actId="1076"/>
          <ac:picMkLst>
            <pc:docMk/>
            <pc:sldMk cId="4167088281" sldId="258"/>
            <ac:picMk id="23" creationId="{51F5BD3C-D1DA-45C8-0C17-8FE5F92DF44B}"/>
          </ac:picMkLst>
        </pc:picChg>
        <pc:picChg chg="mod">
          <ac:chgData name="Jonas Bjurel" userId="05f6ddf6-7be8-452a-8077-00a16bc7f7a5" providerId="ADAL" clId="{8FC618C2-55AC-4C6F-AD04-AE0682A0F0D3}" dt="2026-03-19T20:42:45.053" v="157"/>
          <ac:picMkLst>
            <pc:docMk/>
            <pc:sldMk cId="4167088281" sldId="258"/>
            <ac:picMk id="25" creationId="{78048A26-6175-94E2-945E-5BF81982EC40}"/>
          </ac:picMkLst>
        </pc:picChg>
        <pc:picChg chg="mod">
          <ac:chgData name="Jonas Bjurel" userId="05f6ddf6-7be8-452a-8077-00a16bc7f7a5" providerId="ADAL" clId="{8FC618C2-55AC-4C6F-AD04-AE0682A0F0D3}" dt="2026-03-19T20:42:45.053" v="157"/>
          <ac:picMkLst>
            <pc:docMk/>
            <pc:sldMk cId="4167088281" sldId="258"/>
            <ac:picMk id="31" creationId="{528FC521-98B1-F9CD-DBBA-8263685754B2}"/>
          </ac:picMkLst>
        </pc:picChg>
        <pc:picChg chg="add mod">
          <ac:chgData name="Jonas Bjurel" userId="05f6ddf6-7be8-452a-8077-00a16bc7f7a5" providerId="ADAL" clId="{8FC618C2-55AC-4C6F-AD04-AE0682A0F0D3}" dt="2026-03-19T20:42:45.053" v="157"/>
          <ac:picMkLst>
            <pc:docMk/>
            <pc:sldMk cId="4167088281" sldId="258"/>
            <ac:picMk id="33" creationId="{B9D87FF3-8E39-5CB5-8825-C669A22F5C82}"/>
          </ac:picMkLst>
        </pc:picChg>
        <pc:cxnChg chg="add mod">
          <ac:chgData name="Jonas Bjurel" userId="05f6ddf6-7be8-452a-8077-00a16bc7f7a5" providerId="ADAL" clId="{8FC618C2-55AC-4C6F-AD04-AE0682A0F0D3}" dt="2026-03-19T19:55:14.669" v="138" actId="692"/>
          <ac:cxnSpMkLst>
            <pc:docMk/>
            <pc:sldMk cId="4167088281" sldId="258"/>
            <ac:cxnSpMk id="12" creationId="{8CE40194-8C70-76E2-88C2-C558CD9AB860}"/>
          </ac:cxnSpMkLst>
        </pc:cxnChg>
        <pc:cxnChg chg="add mod">
          <ac:chgData name="Jonas Bjurel" userId="05f6ddf6-7be8-452a-8077-00a16bc7f7a5" providerId="ADAL" clId="{8FC618C2-55AC-4C6F-AD04-AE0682A0F0D3}" dt="2026-03-19T19:55:14.669" v="138" actId="692"/>
          <ac:cxnSpMkLst>
            <pc:docMk/>
            <pc:sldMk cId="4167088281" sldId="258"/>
            <ac:cxnSpMk id="16" creationId="{EAA8F873-71BE-5090-53A1-1448CB5CC273}"/>
          </ac:cxnSpMkLst>
        </pc:cxnChg>
        <pc:cxnChg chg="add mod">
          <ac:chgData name="Jonas Bjurel" userId="05f6ddf6-7be8-452a-8077-00a16bc7f7a5" providerId="ADAL" clId="{8FC618C2-55AC-4C6F-AD04-AE0682A0F0D3}" dt="2026-03-19T19:55:14.669" v="138" actId="692"/>
          <ac:cxnSpMkLst>
            <pc:docMk/>
            <pc:sldMk cId="4167088281" sldId="258"/>
            <ac:cxnSpMk id="19" creationId="{F2F80D00-4C38-B974-549F-7D96445293EA}"/>
          </ac:cxnSpMkLst>
        </pc:cxnChg>
        <pc:cxnChg chg="mod">
          <ac:chgData name="Jonas Bjurel" userId="05f6ddf6-7be8-452a-8077-00a16bc7f7a5" providerId="ADAL" clId="{8FC618C2-55AC-4C6F-AD04-AE0682A0F0D3}" dt="2026-03-19T19:52:41.603" v="122" actId="14100"/>
          <ac:cxnSpMkLst>
            <pc:docMk/>
            <pc:sldMk cId="4167088281" sldId="258"/>
            <ac:cxnSpMk id="1058" creationId="{56E2B2D8-417C-DA01-42A9-DE6DF22AD033}"/>
          </ac:cxnSpMkLst>
        </pc:cxnChg>
        <pc:cxnChg chg="mod">
          <ac:chgData name="Jonas Bjurel" userId="05f6ddf6-7be8-452a-8077-00a16bc7f7a5" providerId="ADAL" clId="{8FC618C2-55AC-4C6F-AD04-AE0682A0F0D3}" dt="2026-03-19T19:53:05.794" v="125" actId="14100"/>
          <ac:cxnSpMkLst>
            <pc:docMk/>
            <pc:sldMk cId="4167088281" sldId="258"/>
            <ac:cxnSpMk id="1059" creationId="{EAD96700-DED0-EFCC-A1D9-C7BE6486429B}"/>
          </ac:cxnSpMkLst>
        </pc:cxnChg>
        <pc:cxnChg chg="mod">
          <ac:chgData name="Jonas Bjurel" userId="05f6ddf6-7be8-452a-8077-00a16bc7f7a5" providerId="ADAL" clId="{8FC618C2-55AC-4C6F-AD04-AE0682A0F0D3}" dt="2026-03-19T19:55:14.669" v="138" actId="692"/>
          <ac:cxnSpMkLst>
            <pc:docMk/>
            <pc:sldMk cId="4167088281" sldId="258"/>
            <ac:cxnSpMk id="1063" creationId="{6D762DCD-88F1-7FF8-B3FE-D2AF52A32F00}"/>
          </ac:cxnSpMkLst>
        </pc:cxnChg>
        <pc:cxnChg chg="mod">
          <ac:chgData name="Jonas Bjurel" userId="05f6ddf6-7be8-452a-8077-00a16bc7f7a5" providerId="ADAL" clId="{8FC618C2-55AC-4C6F-AD04-AE0682A0F0D3}" dt="2026-03-19T20:43:51.870" v="167" actId="14100"/>
          <ac:cxnSpMkLst>
            <pc:docMk/>
            <pc:sldMk cId="4167088281" sldId="258"/>
            <ac:cxnSpMk id="1071" creationId="{03954FCB-C67E-FA43-20F2-258F55923F0E}"/>
          </ac:cxnSpMkLst>
        </pc:cxnChg>
        <pc:cxnChg chg="mod">
          <ac:chgData name="Jonas Bjurel" userId="05f6ddf6-7be8-452a-8077-00a16bc7f7a5" providerId="ADAL" clId="{8FC618C2-55AC-4C6F-AD04-AE0682A0F0D3}" dt="2026-03-19T19:53:25.608" v="127" actId="14100"/>
          <ac:cxnSpMkLst>
            <pc:docMk/>
            <pc:sldMk cId="4167088281" sldId="258"/>
            <ac:cxnSpMk id="1072" creationId="{AB6F3CF5-0FAA-4633-A9DA-E33DD5C0703D}"/>
          </ac:cxnSpMkLst>
        </pc:cxnChg>
      </pc:sldChg>
      <pc:sldChg chg="addSp delSp modSp mod">
        <pc:chgData name="Jonas Bjurel" userId="05f6ddf6-7be8-452a-8077-00a16bc7f7a5" providerId="ADAL" clId="{8FC618C2-55AC-4C6F-AD04-AE0682A0F0D3}" dt="2026-03-20T11:16:15.968" v="207" actId="404"/>
        <pc:sldMkLst>
          <pc:docMk/>
          <pc:sldMk cId="242043410" sldId="259"/>
        </pc:sldMkLst>
        <pc:spChg chg="mod">
          <ac:chgData name="Jonas Bjurel" userId="05f6ddf6-7be8-452a-8077-00a16bc7f7a5" providerId="ADAL" clId="{8FC618C2-55AC-4C6F-AD04-AE0682A0F0D3}" dt="2026-03-20T11:16:15.968" v="207" actId="404"/>
          <ac:spMkLst>
            <pc:docMk/>
            <pc:sldMk cId="242043410" sldId="259"/>
            <ac:spMk id="6" creationId="{0E9AB292-56E9-4E77-F8DE-09D42069106A}"/>
          </ac:spMkLst>
        </pc:spChg>
        <pc:spChg chg="mod">
          <ac:chgData name="Jonas Bjurel" userId="05f6ddf6-7be8-452a-8077-00a16bc7f7a5" providerId="ADAL" clId="{8FC618C2-55AC-4C6F-AD04-AE0682A0F0D3}" dt="2026-03-19T20:45:08.392" v="169"/>
          <ac:spMkLst>
            <pc:docMk/>
            <pc:sldMk cId="242043410" sldId="259"/>
            <ac:spMk id="38" creationId="{0294AC9C-4742-B280-96C1-AD5E1276A319}"/>
          </ac:spMkLst>
        </pc:spChg>
        <pc:spChg chg="mod">
          <ac:chgData name="Jonas Bjurel" userId="05f6ddf6-7be8-452a-8077-00a16bc7f7a5" providerId="ADAL" clId="{8FC618C2-55AC-4C6F-AD04-AE0682A0F0D3}" dt="2026-03-19T20:45:08.392" v="169"/>
          <ac:spMkLst>
            <pc:docMk/>
            <pc:sldMk cId="242043410" sldId="259"/>
            <ac:spMk id="46" creationId="{2BEB76C9-7675-2817-0D5A-7DE943703697}"/>
          </ac:spMkLst>
        </pc:spChg>
        <pc:spChg chg="add mod">
          <ac:chgData name="Jonas Bjurel" userId="05f6ddf6-7be8-452a-8077-00a16bc7f7a5" providerId="ADAL" clId="{8FC618C2-55AC-4C6F-AD04-AE0682A0F0D3}" dt="2026-03-19T21:07:12.354" v="178"/>
          <ac:spMkLst>
            <pc:docMk/>
            <pc:sldMk cId="242043410" sldId="259"/>
            <ac:spMk id="60" creationId="{1E1F29E9-CEFC-29C8-A850-648A9AE769A4}"/>
          </ac:spMkLst>
        </pc:spChg>
        <pc:spChg chg="add mod">
          <ac:chgData name="Jonas Bjurel" userId="05f6ddf6-7be8-452a-8077-00a16bc7f7a5" providerId="ADAL" clId="{8FC618C2-55AC-4C6F-AD04-AE0682A0F0D3}" dt="2026-03-19T21:07:12.354" v="178"/>
          <ac:spMkLst>
            <pc:docMk/>
            <pc:sldMk cId="242043410" sldId="259"/>
            <ac:spMk id="61" creationId="{2F4BFFA2-8471-6B08-7F21-828DE229A08C}"/>
          </ac:spMkLst>
        </pc:spChg>
        <pc:spChg chg="add mod">
          <ac:chgData name="Jonas Bjurel" userId="05f6ddf6-7be8-452a-8077-00a16bc7f7a5" providerId="ADAL" clId="{8FC618C2-55AC-4C6F-AD04-AE0682A0F0D3}" dt="2026-03-19T21:07:12.354" v="178"/>
          <ac:spMkLst>
            <pc:docMk/>
            <pc:sldMk cId="242043410" sldId="259"/>
            <ac:spMk id="1024" creationId="{8343F0F4-FA83-5452-B544-4D2368288202}"/>
          </ac:spMkLst>
        </pc:spChg>
        <pc:spChg chg="add mod">
          <ac:chgData name="Jonas Bjurel" userId="05f6ddf6-7be8-452a-8077-00a16bc7f7a5" providerId="ADAL" clId="{8FC618C2-55AC-4C6F-AD04-AE0682A0F0D3}" dt="2026-03-19T21:07:12.354" v="178"/>
          <ac:spMkLst>
            <pc:docMk/>
            <pc:sldMk cId="242043410" sldId="259"/>
            <ac:spMk id="1027" creationId="{D368CD8E-CBD4-AE2D-10B0-A448B41628E8}"/>
          </ac:spMkLst>
        </pc:spChg>
        <pc:grpChg chg="add mod">
          <ac:chgData name="Jonas Bjurel" userId="05f6ddf6-7be8-452a-8077-00a16bc7f7a5" providerId="ADAL" clId="{8FC618C2-55AC-4C6F-AD04-AE0682A0F0D3}" dt="2026-03-19T20:45:08.392" v="169"/>
          <ac:grpSpMkLst>
            <pc:docMk/>
            <pc:sldMk cId="242043410" sldId="259"/>
            <ac:grpSpMk id="33" creationId="{07DC100D-9B6D-2210-242D-DE5605950618}"/>
          </ac:grpSpMkLst>
        </pc:grpChg>
        <pc:grpChg chg="add mod">
          <ac:chgData name="Jonas Bjurel" userId="05f6ddf6-7be8-452a-8077-00a16bc7f7a5" providerId="ADAL" clId="{8FC618C2-55AC-4C6F-AD04-AE0682A0F0D3}" dt="2026-03-19T20:45:08.392" v="169"/>
          <ac:grpSpMkLst>
            <pc:docMk/>
            <pc:sldMk cId="242043410" sldId="259"/>
            <ac:grpSpMk id="40" creationId="{3CF37AF3-025A-B04B-9B37-0E1194404FD0}"/>
          </ac:grpSpMkLst>
        </pc:grpChg>
        <pc:picChg chg="add mod">
          <ac:chgData name="Jonas Bjurel" userId="05f6ddf6-7be8-452a-8077-00a16bc7f7a5" providerId="ADAL" clId="{8FC618C2-55AC-4C6F-AD04-AE0682A0F0D3}" dt="2026-03-19T20:45:08.392" v="169"/>
          <ac:picMkLst>
            <pc:docMk/>
            <pc:sldMk cId="242043410" sldId="259"/>
            <ac:picMk id="31" creationId="{2A9FF903-6884-570A-2EB1-2F485B61760D}"/>
          </ac:picMkLst>
        </pc:picChg>
        <pc:picChg chg="mod">
          <ac:chgData name="Jonas Bjurel" userId="05f6ddf6-7be8-452a-8077-00a16bc7f7a5" providerId="ADAL" clId="{8FC618C2-55AC-4C6F-AD04-AE0682A0F0D3}" dt="2026-03-19T20:45:08.392" v="169"/>
          <ac:picMkLst>
            <pc:docMk/>
            <pc:sldMk cId="242043410" sldId="259"/>
            <ac:picMk id="37" creationId="{6103750E-F7EC-B13C-5EE5-F73B45538F17}"/>
          </ac:picMkLst>
        </pc:picChg>
        <pc:picChg chg="mod">
          <ac:chgData name="Jonas Bjurel" userId="05f6ddf6-7be8-452a-8077-00a16bc7f7a5" providerId="ADAL" clId="{8FC618C2-55AC-4C6F-AD04-AE0682A0F0D3}" dt="2026-03-19T20:45:08.392" v="169"/>
          <ac:picMkLst>
            <pc:docMk/>
            <pc:sldMk cId="242043410" sldId="259"/>
            <ac:picMk id="41" creationId="{A1315B5B-56F0-8792-3D5A-C69B57D7B201}"/>
          </ac:picMkLst>
        </pc:picChg>
        <pc:picChg chg="add mod">
          <ac:chgData name="Jonas Bjurel" userId="05f6ddf6-7be8-452a-8077-00a16bc7f7a5" providerId="ADAL" clId="{8FC618C2-55AC-4C6F-AD04-AE0682A0F0D3}" dt="2026-03-19T20:45:08.392" v="169"/>
          <ac:picMkLst>
            <pc:docMk/>
            <pc:sldMk cId="242043410" sldId="259"/>
            <ac:picMk id="48" creationId="{6F32A148-9989-D614-1C25-5C98C3609B30}"/>
          </ac:picMkLst>
        </pc:picChg>
        <pc:picChg chg="mod">
          <ac:chgData name="Jonas Bjurel" userId="05f6ddf6-7be8-452a-8077-00a16bc7f7a5" providerId="ADAL" clId="{8FC618C2-55AC-4C6F-AD04-AE0682A0F0D3}" dt="2026-03-19T20:07:10.512" v="155" actId="1076"/>
          <ac:picMkLst>
            <pc:docMk/>
            <pc:sldMk cId="242043410" sldId="259"/>
            <ac:picMk id="1056" creationId="{B47AD5C1-9BD2-82D5-924F-7207F3E85BA0}"/>
          </ac:picMkLst>
        </pc:picChg>
        <pc:picChg chg="del">
          <ac:chgData name="Jonas Bjurel" userId="05f6ddf6-7be8-452a-8077-00a16bc7f7a5" providerId="ADAL" clId="{8FC618C2-55AC-4C6F-AD04-AE0682A0F0D3}" dt="2026-03-19T20:44:37.441" v="168" actId="21"/>
          <ac:picMkLst>
            <pc:docMk/>
            <pc:sldMk cId="242043410" sldId="259"/>
            <ac:picMk id="1064" creationId="{ECE9B160-1842-4120-6A09-999194F024D6}"/>
          </ac:picMkLst>
        </pc:picChg>
        <pc:cxnChg chg="mod">
          <ac:chgData name="Jonas Bjurel" userId="05f6ddf6-7be8-452a-8077-00a16bc7f7a5" providerId="ADAL" clId="{8FC618C2-55AC-4C6F-AD04-AE0682A0F0D3}" dt="2026-03-19T20:00:11.716" v="145" actId="14100"/>
          <ac:cxnSpMkLst>
            <pc:docMk/>
            <pc:sldMk cId="242043410" sldId="259"/>
            <ac:cxnSpMk id="9" creationId="{60D3D1B0-97C9-630F-E8B7-9592D7A972FE}"/>
          </ac:cxnSpMkLst>
        </pc:cxnChg>
        <pc:cxnChg chg="mod">
          <ac:chgData name="Jonas Bjurel" userId="05f6ddf6-7be8-452a-8077-00a16bc7f7a5" providerId="ADAL" clId="{8FC618C2-55AC-4C6F-AD04-AE0682A0F0D3}" dt="2026-03-19T20:00:04.070" v="144" actId="14100"/>
          <ac:cxnSpMkLst>
            <pc:docMk/>
            <pc:sldMk cId="242043410" sldId="259"/>
            <ac:cxnSpMk id="11" creationId="{BDD149AE-680E-33C3-1248-1B66C13F9102}"/>
          </ac:cxnSpMkLst>
        </pc:cxnChg>
        <pc:cxnChg chg="mod">
          <ac:chgData name="Jonas Bjurel" userId="05f6ddf6-7be8-452a-8077-00a16bc7f7a5" providerId="ADAL" clId="{8FC618C2-55AC-4C6F-AD04-AE0682A0F0D3}" dt="2026-03-19T20:03:23.260" v="148" actId="14100"/>
          <ac:cxnSpMkLst>
            <pc:docMk/>
            <pc:sldMk cId="242043410" sldId="259"/>
            <ac:cxnSpMk id="17" creationId="{3457A670-732B-863A-BA53-07F187207397}"/>
          </ac:cxnSpMkLst>
        </pc:cxnChg>
        <pc:cxnChg chg="mod">
          <ac:chgData name="Jonas Bjurel" userId="05f6ddf6-7be8-452a-8077-00a16bc7f7a5" providerId="ADAL" clId="{8FC618C2-55AC-4C6F-AD04-AE0682A0F0D3}" dt="2026-03-19T20:48:11.760" v="175" actId="14100"/>
          <ac:cxnSpMkLst>
            <pc:docMk/>
            <pc:sldMk cId="242043410" sldId="259"/>
            <ac:cxnSpMk id="24" creationId="{B0B1F267-6694-189C-3F2F-6FD8B04AAD58}"/>
          </ac:cxnSpMkLst>
        </pc:cxnChg>
        <pc:cxnChg chg="add del mod">
          <ac:chgData name="Jonas Bjurel" userId="05f6ddf6-7be8-452a-8077-00a16bc7f7a5" providerId="ADAL" clId="{8FC618C2-55AC-4C6F-AD04-AE0682A0F0D3}" dt="2026-03-19T20:45:30.102" v="172" actId="21"/>
          <ac:cxnSpMkLst>
            <pc:docMk/>
            <pc:sldMk cId="242043410" sldId="259"/>
            <ac:cxnSpMk id="32" creationId="{892FD0B2-463B-31F9-5A73-AC58B0A5F4D0}"/>
          </ac:cxnSpMkLst>
        </pc:cxnChg>
        <pc:cxnChg chg="add mod">
          <ac:chgData name="Jonas Bjurel" userId="05f6ddf6-7be8-452a-8077-00a16bc7f7a5" providerId="ADAL" clId="{8FC618C2-55AC-4C6F-AD04-AE0682A0F0D3}" dt="2026-03-19T21:18:01.872" v="182" actId="14100"/>
          <ac:cxnSpMkLst>
            <pc:docMk/>
            <pc:sldMk cId="242043410" sldId="259"/>
            <ac:cxnSpMk id="1029" creationId="{120DC216-9949-DE24-6D9E-D508B5741AF1}"/>
          </ac:cxnSpMkLst>
        </pc:cxnChg>
        <pc:cxnChg chg="add mod">
          <ac:chgData name="Jonas Bjurel" userId="05f6ddf6-7be8-452a-8077-00a16bc7f7a5" providerId="ADAL" clId="{8FC618C2-55AC-4C6F-AD04-AE0682A0F0D3}" dt="2026-03-19T21:18:16.198" v="185" actId="14100"/>
          <ac:cxnSpMkLst>
            <pc:docMk/>
            <pc:sldMk cId="242043410" sldId="259"/>
            <ac:cxnSpMk id="1033" creationId="{DAD59B41-BAAE-24CF-793B-B3F5A73C3951}"/>
          </ac:cxnSpMkLst>
        </pc:cxnChg>
        <pc:cxnChg chg="add mod">
          <ac:chgData name="Jonas Bjurel" userId="05f6ddf6-7be8-452a-8077-00a16bc7f7a5" providerId="ADAL" clId="{8FC618C2-55AC-4C6F-AD04-AE0682A0F0D3}" dt="2026-03-19T21:18:31.378" v="188" actId="14100"/>
          <ac:cxnSpMkLst>
            <pc:docMk/>
            <pc:sldMk cId="242043410" sldId="259"/>
            <ac:cxnSpMk id="1037" creationId="{ED1A721E-7BDA-C997-6D45-F8F9AC848F93}"/>
          </ac:cxnSpMkLst>
        </pc:cxnChg>
        <pc:cxnChg chg="mod">
          <ac:chgData name="Jonas Bjurel" userId="05f6ddf6-7be8-452a-8077-00a16bc7f7a5" providerId="ADAL" clId="{8FC618C2-55AC-4C6F-AD04-AE0682A0F0D3}" dt="2026-03-19T20:07:18.282" v="156" actId="14100"/>
          <ac:cxnSpMkLst>
            <pc:docMk/>
            <pc:sldMk cId="242043410" sldId="259"/>
            <ac:cxnSpMk id="1058" creationId="{964998DE-6BEF-F95A-4AEF-40E9AAA3EFFA}"/>
          </ac:cxnSpMkLst>
        </pc:cxnChg>
        <pc:cxnChg chg="mod">
          <ac:chgData name="Jonas Bjurel" userId="05f6ddf6-7be8-452a-8077-00a16bc7f7a5" providerId="ADAL" clId="{8FC618C2-55AC-4C6F-AD04-AE0682A0F0D3}" dt="2026-03-19T19:59:35.997" v="142" actId="14100"/>
          <ac:cxnSpMkLst>
            <pc:docMk/>
            <pc:sldMk cId="242043410" sldId="259"/>
            <ac:cxnSpMk id="1059" creationId="{9DDB2645-B94E-B607-3C82-5A551EFFDA80}"/>
          </ac:cxnSpMkLst>
        </pc:cxnChg>
        <pc:cxnChg chg="mod">
          <ac:chgData name="Jonas Bjurel" userId="05f6ddf6-7be8-452a-8077-00a16bc7f7a5" providerId="ADAL" clId="{8FC618C2-55AC-4C6F-AD04-AE0682A0F0D3}" dt="2026-03-19T19:59:29.007" v="141" actId="14100"/>
          <ac:cxnSpMkLst>
            <pc:docMk/>
            <pc:sldMk cId="242043410" sldId="259"/>
            <ac:cxnSpMk id="1063" creationId="{92837522-F19F-3491-FBFA-6373E55C05DE}"/>
          </ac:cxnSpMkLst>
        </pc:cxnChg>
        <pc:cxnChg chg="mod">
          <ac:chgData name="Jonas Bjurel" userId="05f6ddf6-7be8-452a-8077-00a16bc7f7a5" providerId="ADAL" clId="{8FC618C2-55AC-4C6F-AD04-AE0682A0F0D3}" dt="2026-03-19T20:45:36.064" v="173" actId="14100"/>
          <ac:cxnSpMkLst>
            <pc:docMk/>
            <pc:sldMk cId="242043410" sldId="259"/>
            <ac:cxnSpMk id="1071" creationId="{68A25A87-86D9-6688-166D-8CDCDB089E60}"/>
          </ac:cxnSpMkLst>
        </pc:cxnChg>
        <pc:cxnChg chg="mod">
          <ac:chgData name="Jonas Bjurel" userId="05f6ddf6-7be8-452a-8077-00a16bc7f7a5" providerId="ADAL" clId="{8FC618C2-55AC-4C6F-AD04-AE0682A0F0D3}" dt="2026-03-19T19:59:18.728" v="140" actId="14100"/>
          <ac:cxnSpMkLst>
            <pc:docMk/>
            <pc:sldMk cId="242043410" sldId="259"/>
            <ac:cxnSpMk id="1072" creationId="{15492937-14ED-8961-D0BF-A31377B97429}"/>
          </ac:cxnSpMkLst>
        </pc:cxnChg>
      </pc:sldChg>
      <pc:sldChg chg="add del">
        <pc:chgData name="Jonas Bjurel" userId="05f6ddf6-7be8-452a-8077-00a16bc7f7a5" providerId="ADAL" clId="{8FC618C2-55AC-4C6F-AD04-AE0682A0F0D3}" dt="2026-03-20T11:18:20.872" v="209" actId="2696"/>
        <pc:sldMkLst>
          <pc:docMk/>
          <pc:sldMk cId="964817573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5F8FC-FB08-0EC7-7229-BDD9E5488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E0073E-0B55-D702-855E-BF8721E97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B969D-8418-8A04-7924-A97FC417E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5948-F635-49F2-A61E-B222DCBD2746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1B6F5-C5AE-5EBC-6D0F-D091A3A61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A9FAC-F49C-3FB3-2FA4-7C4DF5E5B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CE337-AFB8-4869-A611-D9BB3E909AD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73762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8D00E-0896-FC24-7F49-59093C2B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B9436-AC48-C2DD-762E-8465FD244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3C7E2-82A5-02E2-C28B-8C64B9F91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5948-F635-49F2-A61E-B222DCBD2746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170C-79CC-8091-374D-4544DA2E2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71D08-5BF8-1F45-8B0E-B9AB88ACC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CE337-AFB8-4869-A611-D9BB3E909AD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56667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0AB15-EE48-E8B9-DC69-8A889341C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D3F23-01C9-3D39-19B2-84A8C8CE0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7FBB6-91F3-D8CC-B95B-89D215641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5948-F635-49F2-A61E-B222DCBD2746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382D8-2B14-FCF1-DFCF-A86370B4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7B1C2-EDD4-9FF8-C199-CD4E5B45B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CE337-AFB8-4869-A611-D9BB3E909AD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17974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C7A0A-A712-1797-7B4C-C27178104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236B6-DC50-BE93-434B-B4076EADC0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15F76-327B-3E5B-5FE1-B70EDEA95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0DEC0-C45C-F785-4B27-BC92BBB4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5948-F635-49F2-A61E-B222DCBD2746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A235A-9D8E-BC4F-E767-C206FB9B3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25C75-1A00-F82B-A8EB-A2632149D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CE337-AFB8-4869-A611-D9BB3E909AD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8825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27B9-903E-EE39-A56D-68A782DA2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AB613-2EBE-1EF1-A894-1B41D1484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BF7C1-1431-2C22-1395-DFF5B2E7F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12737E-DE41-65B9-6F04-D9A703FC6A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123AE-ACE1-6E19-E619-8D3389855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72EFE2-9881-CA09-DD41-2D5418E30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5948-F635-49F2-A61E-B222DCBD2746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F9F76F-17C5-718A-8BBC-1BC1E71A8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31A1EB-CB4D-9606-5F36-EDF90F16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CE337-AFB8-4869-A611-D9BB3E909AD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39545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77B5-39DF-50A1-C747-67CB8517A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19B3AC-C058-E0F9-671A-57A56F3F3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5948-F635-49F2-A61E-B222DCBD2746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456B61-42F6-1655-1932-588E5E2AD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EDDFB-54F1-F4D2-7350-FBE674A47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CE337-AFB8-4869-A611-D9BB3E909AD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6987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11ED20-D0B8-7345-7E60-E6FB16700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5948-F635-49F2-A61E-B222DCBD2746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5E69D-95D0-B4F9-18C2-AFE65B68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D714D-EEC3-C266-7D32-3C4C8DD8A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CE337-AFB8-4869-A611-D9BB3E909AD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970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FA628-C3A8-B8F3-034E-9A3CE7641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0F541-CFE2-0FAB-C088-D66D15093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E01A1-26BD-3B3D-71D5-B5D3D3997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F4DD0-0E1E-5616-C627-365F85763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5948-F635-49F2-A61E-B222DCBD2746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D722F-D2C2-34A4-C78A-6651BECB2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D8FB5-B458-FCA4-4F10-A76FD5F2A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CE337-AFB8-4869-A611-D9BB3E909AD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44708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9439-E2A2-C75F-9D8C-546623233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4465F3-F6B5-6CA7-7F71-ED1EC0F45E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DA3F5-158E-4491-FB21-7A74D8898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0E8D8-65CB-14BF-7FFC-524F4658B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5948-F635-49F2-A61E-B222DCBD2746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CFCAD-3A18-EED7-69D3-FAA1F660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44705-7645-F640-5589-6DF165D4C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CE337-AFB8-4869-A611-D9BB3E909AD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23538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D851-A1D4-4560-D1DA-67CFAEE7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F56DF-ADB1-6538-5928-CCFDE4818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537C9-C767-654A-42CB-C7A876DDD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5948-F635-49F2-A61E-B222DCBD2746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E2939-A0C9-229B-1627-1E63A37D5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24034-64D5-E78A-EA0B-FA65B01DD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CE337-AFB8-4869-A611-D9BB3E909AD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6727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0DDD3C-D432-133F-575E-708995415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15AD8-DB82-B20A-5BD9-433EC2EA8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38C5C-6DA2-CF6D-3D9A-CB454623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5948-F635-49F2-A61E-B222DCBD2746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F21AF-1116-E68C-2BB1-25BDA529F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8AC18-60E6-9E0F-A6AC-F5A3B054E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CE337-AFB8-4869-A611-D9BB3E909AD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4258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3AE48-3937-F8A4-71A6-E6FA91A17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433A3-8445-47CD-E380-93D32E8AD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295D9-0641-AF10-FBBD-5A29D84FB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E5948-F635-49F2-A61E-B222DCBD2746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BC81D-BCC5-4CB3-A086-B8FC689DE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3315A-B364-30F4-A76D-F1CDD5293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0CE337-AFB8-4869-A611-D9BB3E909AD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4413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8.jpeg"/><Relationship Id="rId5" Type="http://schemas.openxmlformats.org/officeDocument/2006/relationships/image" Target="../media/image4.jpeg"/><Relationship Id="rId10" Type="http://schemas.openxmlformats.org/officeDocument/2006/relationships/image" Target="../media/image7.jpeg"/><Relationship Id="rId4" Type="http://schemas.openxmlformats.org/officeDocument/2006/relationships/image" Target="../media/image3.jpe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12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11" Type="http://schemas.openxmlformats.org/officeDocument/2006/relationships/image" Target="../media/image8.jpeg"/><Relationship Id="rId5" Type="http://schemas.openxmlformats.org/officeDocument/2006/relationships/image" Target="../media/image5.jpeg"/><Relationship Id="rId10" Type="http://schemas.openxmlformats.org/officeDocument/2006/relationships/image" Target="../media/image7.jpeg"/><Relationship Id="rId4" Type="http://schemas.openxmlformats.org/officeDocument/2006/relationships/image" Target="../media/image4.jpeg"/><Relationship Id="rId9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DA80-B347-AA4B-10F1-4AE73F3EBF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Shedder use-cases</a:t>
            </a:r>
            <a:endParaRPr lang="en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2ABAB-49F6-C683-ACEC-9D2828E73A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78882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Bietet das Unternehmen bald Smart Locks ...">
            <a:extLst>
              <a:ext uri="{FF2B5EF4-FFF2-40B4-BE49-F238E27FC236}">
                <a16:creationId xmlns:a16="http://schemas.microsoft.com/office/drawing/2014/main" id="{F321291E-BDD1-6E00-F881-0C480BDCE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651" y="4068128"/>
            <a:ext cx="1547811" cy="73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FD93A0D-9CF0-AE52-67E4-A6E4A75BC631}"/>
              </a:ext>
            </a:extLst>
          </p:cNvPr>
          <p:cNvSpPr/>
          <p:nvPr/>
        </p:nvSpPr>
        <p:spPr>
          <a:xfrm>
            <a:off x="2240864" y="3612514"/>
            <a:ext cx="1394460" cy="4686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81CA2B-535A-4C43-11C1-C090C8EE652D}"/>
              </a:ext>
            </a:extLst>
          </p:cNvPr>
          <p:cNvSpPr/>
          <p:nvPr/>
        </p:nvSpPr>
        <p:spPr>
          <a:xfrm>
            <a:off x="4269105" y="2051685"/>
            <a:ext cx="3097530" cy="27546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" name="Scroll: Vertical 3">
            <a:extLst>
              <a:ext uri="{FF2B5EF4-FFF2-40B4-BE49-F238E27FC236}">
                <a16:creationId xmlns:a16="http://schemas.microsoft.com/office/drawing/2014/main" id="{D414B23E-EC11-5D37-03B3-9774FD0D432E}"/>
              </a:ext>
            </a:extLst>
          </p:cNvPr>
          <p:cNvSpPr/>
          <p:nvPr/>
        </p:nvSpPr>
        <p:spPr>
          <a:xfrm>
            <a:off x="4430648" y="2218372"/>
            <a:ext cx="1272921" cy="976313"/>
          </a:xfrm>
          <a:prstGeom prst="verticalScroll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Shedder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script</a:t>
            </a:r>
            <a:endParaRPr lang="en-SE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F7000B-BF6B-32B1-D175-CD7C573BC958}"/>
              </a:ext>
            </a:extLst>
          </p:cNvPr>
          <p:cNvCxnSpPr>
            <a:cxnSpLocks/>
          </p:cNvCxnSpPr>
          <p:nvPr/>
        </p:nvCxnSpPr>
        <p:spPr>
          <a:xfrm flipV="1">
            <a:off x="6572250" y="2994660"/>
            <a:ext cx="491490" cy="2000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89527EC-0F91-057B-AC7B-CA12289F755E}"/>
              </a:ext>
            </a:extLst>
          </p:cNvPr>
          <p:cNvCxnSpPr>
            <a:cxnSpLocks/>
          </p:cNvCxnSpPr>
          <p:nvPr/>
        </p:nvCxnSpPr>
        <p:spPr>
          <a:xfrm flipV="1">
            <a:off x="6576060" y="3432810"/>
            <a:ext cx="491490" cy="2000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1C3E0B-2909-FA49-C2AC-DAE93C3E0B75}"/>
              </a:ext>
            </a:extLst>
          </p:cNvPr>
          <p:cNvCxnSpPr>
            <a:cxnSpLocks/>
          </p:cNvCxnSpPr>
          <p:nvPr/>
        </p:nvCxnSpPr>
        <p:spPr>
          <a:xfrm flipV="1">
            <a:off x="6564630" y="3855720"/>
            <a:ext cx="491490" cy="2000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14341C-C5D5-E538-7254-F7E261FC399A}"/>
              </a:ext>
            </a:extLst>
          </p:cNvPr>
          <p:cNvCxnSpPr>
            <a:cxnSpLocks/>
          </p:cNvCxnSpPr>
          <p:nvPr/>
        </p:nvCxnSpPr>
        <p:spPr>
          <a:xfrm flipV="1">
            <a:off x="6553200" y="4290060"/>
            <a:ext cx="491490" cy="2000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D2D135-BD20-1025-9C8A-438940DD7CA7}"/>
              </a:ext>
            </a:extLst>
          </p:cNvPr>
          <p:cNvCxnSpPr>
            <a:cxnSpLocks/>
          </p:cNvCxnSpPr>
          <p:nvPr/>
        </p:nvCxnSpPr>
        <p:spPr>
          <a:xfrm flipH="1">
            <a:off x="6133464" y="3194685"/>
            <a:ext cx="19050" cy="1295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F58CD93-55AC-AE54-AF5A-8DA093812065}"/>
              </a:ext>
            </a:extLst>
          </p:cNvPr>
          <p:cNvCxnSpPr>
            <a:cxnSpLocks/>
          </p:cNvCxnSpPr>
          <p:nvPr/>
        </p:nvCxnSpPr>
        <p:spPr>
          <a:xfrm>
            <a:off x="6146800" y="3194685"/>
            <a:ext cx="4356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FE0E6B-6D61-21EE-3038-B5129B13B93A}"/>
              </a:ext>
            </a:extLst>
          </p:cNvPr>
          <p:cNvCxnSpPr>
            <a:cxnSpLocks/>
          </p:cNvCxnSpPr>
          <p:nvPr/>
        </p:nvCxnSpPr>
        <p:spPr>
          <a:xfrm>
            <a:off x="6132404" y="4490085"/>
            <a:ext cx="4356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F59CA03-B4A6-55F6-5914-08CEF8996C14}"/>
              </a:ext>
            </a:extLst>
          </p:cNvPr>
          <p:cNvCxnSpPr>
            <a:cxnSpLocks/>
          </p:cNvCxnSpPr>
          <p:nvPr/>
        </p:nvCxnSpPr>
        <p:spPr>
          <a:xfrm>
            <a:off x="6152514" y="3632199"/>
            <a:ext cx="4356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2E64EB4-8294-D308-715B-D77124D88895}"/>
              </a:ext>
            </a:extLst>
          </p:cNvPr>
          <p:cNvCxnSpPr>
            <a:cxnSpLocks/>
          </p:cNvCxnSpPr>
          <p:nvPr/>
        </p:nvCxnSpPr>
        <p:spPr>
          <a:xfrm>
            <a:off x="6139606" y="4055745"/>
            <a:ext cx="4356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255E3A8-8F7B-954D-CDF8-11E6C3F5F874}"/>
              </a:ext>
            </a:extLst>
          </p:cNvPr>
          <p:cNvCxnSpPr>
            <a:cxnSpLocks/>
          </p:cNvCxnSpPr>
          <p:nvPr/>
        </p:nvCxnSpPr>
        <p:spPr>
          <a:xfrm>
            <a:off x="7004998" y="3194685"/>
            <a:ext cx="1026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BE4AFB2-E697-2BF8-8907-C87E485B6A98}"/>
              </a:ext>
            </a:extLst>
          </p:cNvPr>
          <p:cNvSpPr/>
          <p:nvPr/>
        </p:nvSpPr>
        <p:spPr>
          <a:xfrm rot="9445885">
            <a:off x="6982582" y="3023434"/>
            <a:ext cx="82550" cy="457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F583A11B-FEAB-CD56-1C10-29508E9038B7}"/>
              </a:ext>
            </a:extLst>
          </p:cNvPr>
          <p:cNvSpPr/>
          <p:nvPr/>
        </p:nvSpPr>
        <p:spPr>
          <a:xfrm rot="9445885">
            <a:off x="6982583" y="3465196"/>
            <a:ext cx="82550" cy="45719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E16FD3BD-A573-B2AA-F89D-6E6C64DD6EAA}"/>
              </a:ext>
            </a:extLst>
          </p:cNvPr>
          <p:cNvSpPr/>
          <p:nvPr/>
        </p:nvSpPr>
        <p:spPr>
          <a:xfrm rot="9445885">
            <a:off x="6971344" y="3887166"/>
            <a:ext cx="82550" cy="45719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7B3DF5BE-F6C1-8016-25EA-B424DF2E6716}"/>
              </a:ext>
            </a:extLst>
          </p:cNvPr>
          <p:cNvSpPr/>
          <p:nvPr/>
        </p:nvSpPr>
        <p:spPr>
          <a:xfrm rot="9445885">
            <a:off x="6963723" y="4314733"/>
            <a:ext cx="82550" cy="45719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E1CE363-DA4F-B62F-46CD-935ED5E438E3}"/>
              </a:ext>
            </a:extLst>
          </p:cNvPr>
          <p:cNvCxnSpPr>
            <a:cxnSpLocks/>
          </p:cNvCxnSpPr>
          <p:nvPr/>
        </p:nvCxnSpPr>
        <p:spPr>
          <a:xfrm flipV="1">
            <a:off x="7023857" y="3608851"/>
            <a:ext cx="1294643" cy="125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50614CE-5B75-2ED3-7E13-B589821EC141}"/>
              </a:ext>
            </a:extLst>
          </p:cNvPr>
          <p:cNvCxnSpPr>
            <a:cxnSpLocks/>
          </p:cNvCxnSpPr>
          <p:nvPr/>
        </p:nvCxnSpPr>
        <p:spPr>
          <a:xfrm>
            <a:off x="7004998" y="4490085"/>
            <a:ext cx="1026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Electric meter black and white clipart">
            <a:extLst>
              <a:ext uri="{FF2B5EF4-FFF2-40B4-BE49-F238E27FC236}">
                <a16:creationId xmlns:a16="http://schemas.microsoft.com/office/drawing/2014/main" id="{AE383035-CFB4-0921-3A68-DE7C01608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36617"/>
            <a:ext cx="1472916" cy="147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24517CA-4B74-3FFF-471A-F693088C8365}"/>
              </a:ext>
            </a:extLst>
          </p:cNvPr>
          <p:cNvSpPr/>
          <p:nvPr/>
        </p:nvSpPr>
        <p:spPr>
          <a:xfrm>
            <a:off x="436880" y="4490085"/>
            <a:ext cx="645160" cy="1194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DFD48B8-4F85-E408-7908-153DA51DDB76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1123636" y="3846829"/>
            <a:ext cx="11172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A827FB9-7F45-9B72-9123-6B7B54AA92DF}"/>
              </a:ext>
            </a:extLst>
          </p:cNvPr>
          <p:cNvCxnSpPr>
            <a:cxnSpLocks/>
          </p:cNvCxnSpPr>
          <p:nvPr/>
        </p:nvCxnSpPr>
        <p:spPr>
          <a:xfrm flipH="1" flipV="1">
            <a:off x="3635324" y="3846829"/>
            <a:ext cx="2494753" cy="88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0CEAE5E-C033-2920-8D13-3CA96C34D392}"/>
              </a:ext>
            </a:extLst>
          </p:cNvPr>
          <p:cNvCxnSpPr>
            <a:cxnSpLocks/>
            <a:stCxn id="2" idx="1"/>
            <a:endCxn id="2" idx="3"/>
          </p:cNvCxnSpPr>
          <p:nvPr/>
        </p:nvCxnSpPr>
        <p:spPr>
          <a:xfrm>
            <a:off x="2240864" y="3846829"/>
            <a:ext cx="1394460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06A0908-C2C8-CAB1-F7D3-9DAA49B56D99}"/>
              </a:ext>
            </a:extLst>
          </p:cNvPr>
          <p:cNvSpPr txBox="1"/>
          <p:nvPr/>
        </p:nvSpPr>
        <p:spPr>
          <a:xfrm>
            <a:off x="2298051" y="4090035"/>
            <a:ext cx="1339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Group fuse</a:t>
            </a:r>
            <a:endParaRPr lang="en-SE" b="1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DD66E4F-E87B-07E0-5E8C-92CFA1030534}"/>
              </a:ext>
            </a:extLst>
          </p:cNvPr>
          <p:cNvSpPr/>
          <p:nvPr/>
        </p:nvSpPr>
        <p:spPr>
          <a:xfrm>
            <a:off x="6701578" y="2283618"/>
            <a:ext cx="194733" cy="5534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C673860-81EE-6DA3-DF9F-74F9E77F2293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6798944" y="2837021"/>
            <a:ext cx="1" cy="1543660"/>
          </a:xfrm>
          <a:prstGeom prst="line">
            <a:avLst/>
          </a:prstGeom>
          <a:ln w="9525">
            <a:solidFill>
              <a:srgbClr val="FF0000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5B10794-728D-631F-E7F1-A9AB8F86C6F5}"/>
              </a:ext>
            </a:extLst>
          </p:cNvPr>
          <p:cNvCxnSpPr>
            <a:cxnSpLocks/>
          </p:cNvCxnSpPr>
          <p:nvPr/>
        </p:nvCxnSpPr>
        <p:spPr>
          <a:xfrm>
            <a:off x="5608396" y="2455547"/>
            <a:ext cx="597671" cy="0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3B0B527-0747-D2B5-BD4D-82316CEBA208}"/>
              </a:ext>
            </a:extLst>
          </p:cNvPr>
          <p:cNvCxnSpPr>
            <a:cxnSpLocks/>
            <a:stCxn id="46" idx="0"/>
          </p:cNvCxnSpPr>
          <p:nvPr/>
        </p:nvCxnSpPr>
        <p:spPr>
          <a:xfrm flipH="1" flipV="1">
            <a:off x="6798944" y="2162334"/>
            <a:ext cx="1" cy="1212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C0903D0-8950-D9EA-3916-628FC28B0226}"/>
              </a:ext>
            </a:extLst>
          </p:cNvPr>
          <p:cNvCxnSpPr>
            <a:cxnSpLocks/>
          </p:cNvCxnSpPr>
          <p:nvPr/>
        </p:nvCxnSpPr>
        <p:spPr>
          <a:xfrm>
            <a:off x="6206067" y="2162334"/>
            <a:ext cx="592877" cy="0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4E3658C9-35CA-340D-BA0F-609A2F01A052}"/>
              </a:ext>
            </a:extLst>
          </p:cNvPr>
          <p:cNvCxnSpPr>
            <a:cxnSpLocks/>
          </p:cNvCxnSpPr>
          <p:nvPr/>
        </p:nvCxnSpPr>
        <p:spPr>
          <a:xfrm flipV="1">
            <a:off x="6206067" y="2162334"/>
            <a:ext cx="0" cy="293213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9" name="Oval 1028">
            <a:extLst>
              <a:ext uri="{FF2B5EF4-FFF2-40B4-BE49-F238E27FC236}">
                <a16:creationId xmlns:a16="http://schemas.microsoft.com/office/drawing/2014/main" id="{102F3B88-E3A4-0033-011C-C07698EC8C6B}"/>
              </a:ext>
            </a:extLst>
          </p:cNvPr>
          <p:cNvSpPr/>
          <p:nvPr/>
        </p:nvSpPr>
        <p:spPr>
          <a:xfrm>
            <a:off x="6258346" y="3081347"/>
            <a:ext cx="241723" cy="2177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32" name="Oval 1031">
            <a:extLst>
              <a:ext uri="{FF2B5EF4-FFF2-40B4-BE49-F238E27FC236}">
                <a16:creationId xmlns:a16="http://schemas.microsoft.com/office/drawing/2014/main" id="{ADF56599-329E-6FF8-E081-C6B546E12CD1}"/>
              </a:ext>
            </a:extLst>
          </p:cNvPr>
          <p:cNvSpPr/>
          <p:nvPr/>
        </p:nvSpPr>
        <p:spPr>
          <a:xfrm>
            <a:off x="6258346" y="3520344"/>
            <a:ext cx="241723" cy="2177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5FD1DA8C-0ECD-C7D6-3145-7C5CF094891B}"/>
              </a:ext>
            </a:extLst>
          </p:cNvPr>
          <p:cNvSpPr/>
          <p:nvPr/>
        </p:nvSpPr>
        <p:spPr>
          <a:xfrm>
            <a:off x="6258346" y="3945282"/>
            <a:ext cx="241723" cy="2177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34" name="Oval 1033">
            <a:extLst>
              <a:ext uri="{FF2B5EF4-FFF2-40B4-BE49-F238E27FC236}">
                <a16:creationId xmlns:a16="http://schemas.microsoft.com/office/drawing/2014/main" id="{3CA528C6-56E6-B95D-3224-483236CFC6AE}"/>
              </a:ext>
            </a:extLst>
          </p:cNvPr>
          <p:cNvSpPr/>
          <p:nvPr/>
        </p:nvSpPr>
        <p:spPr>
          <a:xfrm>
            <a:off x="6258345" y="4377294"/>
            <a:ext cx="241723" cy="2177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1F2D1C6D-5A1E-1FB6-F27D-EDFD82FCF499}"/>
              </a:ext>
            </a:extLst>
          </p:cNvPr>
          <p:cNvCxnSpPr>
            <a:cxnSpLocks/>
          </p:cNvCxnSpPr>
          <p:nvPr/>
        </p:nvCxnSpPr>
        <p:spPr>
          <a:xfrm flipV="1">
            <a:off x="5810779" y="2994660"/>
            <a:ext cx="7091" cy="1362148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03CB4E92-E629-B1ED-A7FA-9A6B57A709A9}"/>
              </a:ext>
            </a:extLst>
          </p:cNvPr>
          <p:cNvCxnSpPr>
            <a:cxnSpLocks/>
          </p:cNvCxnSpPr>
          <p:nvPr/>
        </p:nvCxnSpPr>
        <p:spPr>
          <a:xfrm>
            <a:off x="5585883" y="2994660"/>
            <a:ext cx="231987" cy="0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B8382D43-1C8B-BD1D-F844-241FE9920823}"/>
              </a:ext>
            </a:extLst>
          </p:cNvPr>
          <p:cNvCxnSpPr>
            <a:cxnSpLocks/>
            <a:stCxn id="1034" idx="1"/>
          </p:cNvCxnSpPr>
          <p:nvPr/>
        </p:nvCxnSpPr>
        <p:spPr>
          <a:xfrm flipH="1" flipV="1">
            <a:off x="5803243" y="4356808"/>
            <a:ext cx="490502" cy="52382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872D0FB4-8C09-A38E-454E-F244A4ACEE29}"/>
              </a:ext>
            </a:extLst>
          </p:cNvPr>
          <p:cNvCxnSpPr>
            <a:cxnSpLocks/>
          </p:cNvCxnSpPr>
          <p:nvPr/>
        </p:nvCxnSpPr>
        <p:spPr>
          <a:xfrm flipH="1" flipV="1">
            <a:off x="5811710" y="3933013"/>
            <a:ext cx="490502" cy="52382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40DD3546-0B80-C02C-AD40-3271FC8294F2}"/>
              </a:ext>
            </a:extLst>
          </p:cNvPr>
          <p:cNvCxnSpPr>
            <a:cxnSpLocks/>
          </p:cNvCxnSpPr>
          <p:nvPr/>
        </p:nvCxnSpPr>
        <p:spPr>
          <a:xfrm flipH="1" flipV="1">
            <a:off x="5810779" y="3483910"/>
            <a:ext cx="490502" cy="52382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9B84D967-9552-B7C8-04EE-39DE4C836782}"/>
              </a:ext>
            </a:extLst>
          </p:cNvPr>
          <p:cNvCxnSpPr>
            <a:cxnSpLocks/>
          </p:cNvCxnSpPr>
          <p:nvPr/>
        </p:nvCxnSpPr>
        <p:spPr>
          <a:xfrm flipH="1" flipV="1">
            <a:off x="5817906" y="3051337"/>
            <a:ext cx="490502" cy="52382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4" name="Picture 8" descr="Minimalist light bulb drawing 51156457 Vector Art at Vecteezy">
            <a:extLst>
              <a:ext uri="{FF2B5EF4-FFF2-40B4-BE49-F238E27FC236}">
                <a16:creationId xmlns:a16="http://schemas.microsoft.com/office/drawing/2014/main" id="{18792796-C82B-6CA3-5C39-1CCF0364C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087" y="607986"/>
            <a:ext cx="1133895" cy="70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10" descr="Radiator Drawing Home Stock Illustrations – 430 Radiator ...">
            <a:extLst>
              <a:ext uri="{FF2B5EF4-FFF2-40B4-BE49-F238E27FC236}">
                <a16:creationId xmlns:a16="http://schemas.microsoft.com/office/drawing/2014/main" id="{FC9879E3-49CA-B619-BB4C-565409E53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309" y="1442168"/>
            <a:ext cx="1884998" cy="188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12" descr="Water Heater Drawing Stock Illustrations – 624 Water Heater ...">
            <a:extLst>
              <a:ext uri="{FF2B5EF4-FFF2-40B4-BE49-F238E27FC236}">
                <a16:creationId xmlns:a16="http://schemas.microsoft.com/office/drawing/2014/main" id="{AA6EC4F9-F800-870F-BD0B-8D00C73AA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1167" y="3148663"/>
            <a:ext cx="1859279" cy="185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Picture 14" descr="Hand-drawn black-and-white sketch of electro car and car charger. Realistic  electromobile charging station. Alternative fuel. Doodle vector  illustration. Vintage. 29763485 Vector Art at Vecteezy">
            <a:extLst>
              <a:ext uri="{FF2B5EF4-FFF2-40B4-BE49-F238E27FC236}">
                <a16:creationId xmlns:a16="http://schemas.microsoft.com/office/drawing/2014/main" id="{61FADD14-8712-82BA-42E1-E7A2F99C6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630336" y="4806315"/>
            <a:ext cx="2440940" cy="1830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9" name="Straight Connector 1068">
            <a:extLst>
              <a:ext uri="{FF2B5EF4-FFF2-40B4-BE49-F238E27FC236}">
                <a16:creationId xmlns:a16="http://schemas.microsoft.com/office/drawing/2014/main" id="{D63E0C0E-F86C-785D-AC48-720B81952B58}"/>
              </a:ext>
            </a:extLst>
          </p:cNvPr>
          <p:cNvCxnSpPr>
            <a:cxnSpLocks/>
          </p:cNvCxnSpPr>
          <p:nvPr/>
        </p:nvCxnSpPr>
        <p:spPr>
          <a:xfrm flipH="1" flipV="1">
            <a:off x="8028087" y="961807"/>
            <a:ext cx="6142" cy="22328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Straight Connector 1070">
            <a:extLst>
              <a:ext uri="{FF2B5EF4-FFF2-40B4-BE49-F238E27FC236}">
                <a16:creationId xmlns:a16="http://schemas.microsoft.com/office/drawing/2014/main" id="{06FAD586-9308-96A1-F177-1931DC7F115A}"/>
              </a:ext>
            </a:extLst>
          </p:cNvPr>
          <p:cNvCxnSpPr>
            <a:cxnSpLocks/>
          </p:cNvCxnSpPr>
          <p:nvPr/>
        </p:nvCxnSpPr>
        <p:spPr>
          <a:xfrm>
            <a:off x="8024912" y="957483"/>
            <a:ext cx="2565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F6A72F98-FF65-0B02-98E3-05EF6EC27DD3}"/>
              </a:ext>
            </a:extLst>
          </p:cNvPr>
          <p:cNvCxnSpPr>
            <a:cxnSpLocks/>
          </p:cNvCxnSpPr>
          <p:nvPr/>
        </p:nvCxnSpPr>
        <p:spPr>
          <a:xfrm flipV="1">
            <a:off x="8318500" y="2373913"/>
            <a:ext cx="0" cy="1235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9" name="Straight Connector 1078">
            <a:extLst>
              <a:ext uri="{FF2B5EF4-FFF2-40B4-BE49-F238E27FC236}">
                <a16:creationId xmlns:a16="http://schemas.microsoft.com/office/drawing/2014/main" id="{BBCE79CC-2E11-ABD3-9D79-062202399167}"/>
              </a:ext>
            </a:extLst>
          </p:cNvPr>
          <p:cNvCxnSpPr>
            <a:cxnSpLocks/>
            <a:endCxn id="1065" idx="1"/>
          </p:cNvCxnSpPr>
          <p:nvPr/>
        </p:nvCxnSpPr>
        <p:spPr>
          <a:xfrm>
            <a:off x="8318500" y="2373913"/>
            <a:ext cx="589809" cy="10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E1ACB5-A41E-1BD1-B639-B0B6CA29B38F}"/>
              </a:ext>
            </a:extLst>
          </p:cNvPr>
          <p:cNvCxnSpPr>
            <a:cxnSpLocks/>
          </p:cNvCxnSpPr>
          <p:nvPr/>
        </p:nvCxnSpPr>
        <p:spPr>
          <a:xfrm flipV="1">
            <a:off x="7012619" y="4032235"/>
            <a:ext cx="2224514" cy="228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1A69A5A2-9C6D-A568-09FA-B2ED3DBE7CBD}"/>
              </a:ext>
            </a:extLst>
          </p:cNvPr>
          <p:cNvCxnSpPr>
            <a:cxnSpLocks/>
          </p:cNvCxnSpPr>
          <p:nvPr/>
        </p:nvCxnSpPr>
        <p:spPr>
          <a:xfrm flipV="1">
            <a:off x="8028087" y="4489286"/>
            <a:ext cx="7822" cy="11029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8B627980-321E-8D6A-64DB-C7837228A0DD}"/>
              </a:ext>
            </a:extLst>
          </p:cNvPr>
          <p:cNvCxnSpPr>
            <a:cxnSpLocks/>
          </p:cNvCxnSpPr>
          <p:nvPr/>
        </p:nvCxnSpPr>
        <p:spPr>
          <a:xfrm flipV="1">
            <a:off x="8028087" y="5590751"/>
            <a:ext cx="513080" cy="1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0" name="TextBox 1089">
            <a:extLst>
              <a:ext uri="{FF2B5EF4-FFF2-40B4-BE49-F238E27FC236}">
                <a16:creationId xmlns:a16="http://schemas.microsoft.com/office/drawing/2014/main" id="{ECAB5B70-179C-F295-5742-C368484D2739}"/>
              </a:ext>
            </a:extLst>
          </p:cNvPr>
          <p:cNvSpPr txBox="1"/>
          <p:nvPr/>
        </p:nvSpPr>
        <p:spPr>
          <a:xfrm>
            <a:off x="5213731" y="4886763"/>
            <a:ext cx="1401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Shelly relay</a:t>
            </a:r>
            <a:br>
              <a:rPr lang="en-US" b="1" dirty="0"/>
            </a:br>
            <a:r>
              <a:rPr lang="en-US" b="1" dirty="0" err="1"/>
              <a:t>Eg.</a:t>
            </a:r>
            <a:r>
              <a:rPr lang="en-US" b="1" dirty="0"/>
              <a:t> pro4pm</a:t>
            </a:r>
            <a:endParaRPr lang="en-SE" b="1" dirty="0"/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EBD1D567-68BE-4A45-8F4C-16CEDDAF579C}"/>
              </a:ext>
            </a:extLst>
          </p:cNvPr>
          <p:cNvSpPr txBox="1"/>
          <p:nvPr/>
        </p:nvSpPr>
        <p:spPr>
          <a:xfrm>
            <a:off x="10930778" y="769642"/>
            <a:ext cx="904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Prio: -1</a:t>
            </a:r>
            <a:endParaRPr lang="en-SE" b="1" dirty="0"/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082E4F5C-40D1-44FD-7746-44F70B687794}"/>
              </a:ext>
            </a:extLst>
          </p:cNvPr>
          <p:cNvSpPr txBox="1"/>
          <p:nvPr/>
        </p:nvSpPr>
        <p:spPr>
          <a:xfrm>
            <a:off x="10930778" y="2235491"/>
            <a:ext cx="8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Prio: 0</a:t>
            </a:r>
            <a:endParaRPr lang="en-SE" b="1" dirty="0"/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2A7DC093-2BDA-61DF-7543-1F2DB8F37999}"/>
              </a:ext>
            </a:extLst>
          </p:cNvPr>
          <p:cNvSpPr txBox="1"/>
          <p:nvPr/>
        </p:nvSpPr>
        <p:spPr>
          <a:xfrm>
            <a:off x="10930778" y="3842728"/>
            <a:ext cx="8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Prio: 1</a:t>
            </a:r>
            <a:endParaRPr lang="en-SE" b="1" dirty="0"/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7173F07B-FD6E-9584-1E06-AECDFACA2A85}"/>
              </a:ext>
            </a:extLst>
          </p:cNvPr>
          <p:cNvSpPr txBox="1"/>
          <p:nvPr/>
        </p:nvSpPr>
        <p:spPr>
          <a:xfrm>
            <a:off x="10930778" y="5406085"/>
            <a:ext cx="8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Prio: 2</a:t>
            </a:r>
            <a:endParaRPr lang="en-SE" b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248B6C-B144-A84B-EF7C-4997F1DEA078}"/>
              </a:ext>
            </a:extLst>
          </p:cNvPr>
          <p:cNvGrpSpPr/>
          <p:nvPr/>
        </p:nvGrpSpPr>
        <p:grpSpPr>
          <a:xfrm>
            <a:off x="9381355" y="579610"/>
            <a:ext cx="872438" cy="881738"/>
            <a:chOff x="8770838" y="560430"/>
            <a:chExt cx="872438" cy="881738"/>
          </a:xfrm>
        </p:grpSpPr>
        <p:pic>
          <p:nvPicPr>
            <p:cNvPr id="5" name="Picture 4" descr="Hand-drawn Vector Illustration of a Two-door Refrigerator ...">
              <a:extLst>
                <a:ext uri="{FF2B5EF4-FFF2-40B4-BE49-F238E27FC236}">
                  <a16:creationId xmlns:a16="http://schemas.microsoft.com/office/drawing/2014/main" id="{362AD73B-A2C0-40FF-43EA-64FF4F5D28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0990" y="560430"/>
              <a:ext cx="812286" cy="8579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37F355D-5ACB-79FB-CF32-966E4C3E2CC4}"/>
                </a:ext>
              </a:extLst>
            </p:cNvPr>
            <p:cNvSpPr/>
            <p:nvPr/>
          </p:nvSpPr>
          <p:spPr>
            <a:xfrm>
              <a:off x="8770838" y="1325587"/>
              <a:ext cx="872438" cy="1165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E72DC1-E7E2-A91B-2D18-45564056A3D2}"/>
              </a:ext>
            </a:extLst>
          </p:cNvPr>
          <p:cNvGrpSpPr/>
          <p:nvPr/>
        </p:nvGrpSpPr>
        <p:grpSpPr>
          <a:xfrm>
            <a:off x="9950175" y="500417"/>
            <a:ext cx="961089" cy="992387"/>
            <a:chOff x="9493250" y="449781"/>
            <a:chExt cx="961089" cy="992387"/>
          </a:xfrm>
        </p:grpSpPr>
        <p:pic>
          <p:nvPicPr>
            <p:cNvPr id="13" name="Picture 6" descr="Hand drawn sketch of kitchen stove – Royalty-Free Vector ...">
              <a:extLst>
                <a:ext uri="{FF2B5EF4-FFF2-40B4-BE49-F238E27FC236}">
                  <a16:creationId xmlns:a16="http://schemas.microsoft.com/office/drawing/2014/main" id="{8FD0DADB-6CC1-0420-F72A-E3D6C79CCF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2017" y="449781"/>
              <a:ext cx="902322" cy="974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FD66D4D-6766-3D74-4F5E-D415216DA7C5}"/>
                </a:ext>
              </a:extLst>
            </p:cNvPr>
            <p:cNvSpPr/>
            <p:nvPr/>
          </p:nvSpPr>
          <p:spPr>
            <a:xfrm>
              <a:off x="9493250" y="1325587"/>
              <a:ext cx="961089" cy="116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pic>
        <p:nvPicPr>
          <p:cNvPr id="31" name="Picture 8" descr="Sketch Empty electric socket. Cartoon, hand drawn unplugged european wall outlet. Cartoon, hand drawn unplugged european wall outlet , sketch style, isolated on white background.">
            <a:extLst>
              <a:ext uri="{FF2B5EF4-FFF2-40B4-BE49-F238E27FC236}">
                <a16:creationId xmlns:a16="http://schemas.microsoft.com/office/drawing/2014/main" id="{B2FC8676-AE21-1D01-7AF8-6562DBB8C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814606" y="569269"/>
            <a:ext cx="812286" cy="81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6711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FD924-FC5A-A0CA-FDFC-5D7452331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62D86FE8-939E-E724-0C4A-CDD3439153C2}"/>
              </a:ext>
            </a:extLst>
          </p:cNvPr>
          <p:cNvGrpSpPr/>
          <p:nvPr/>
        </p:nvGrpSpPr>
        <p:grpSpPr>
          <a:xfrm>
            <a:off x="7383662" y="5413212"/>
            <a:ext cx="1547811" cy="738187"/>
            <a:chOff x="3618333" y="999223"/>
            <a:chExt cx="1547811" cy="738187"/>
          </a:xfrm>
        </p:grpSpPr>
        <p:pic>
          <p:nvPicPr>
            <p:cNvPr id="63" name="Picture 4" descr="Bietet das Unternehmen bald Smart Locks ...">
              <a:extLst>
                <a:ext uri="{FF2B5EF4-FFF2-40B4-BE49-F238E27FC236}">
                  <a16:creationId xmlns:a16="http://schemas.microsoft.com/office/drawing/2014/main" id="{40D0E9D6-8903-9F99-E2BE-5341DF17C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8333" y="999223"/>
              <a:ext cx="1547811" cy="7381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8FB4490A-E06C-8686-86D7-7EC15014922B}"/>
                </a:ext>
              </a:extLst>
            </p:cNvPr>
            <p:cNvSpPr/>
            <p:nvPr/>
          </p:nvSpPr>
          <p:spPr>
            <a:xfrm>
              <a:off x="4102704" y="1072323"/>
              <a:ext cx="575174" cy="5832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2F3B2A3-82C4-ED82-6924-85F43F203048}"/>
              </a:ext>
            </a:extLst>
          </p:cNvPr>
          <p:cNvGrpSpPr/>
          <p:nvPr/>
        </p:nvGrpSpPr>
        <p:grpSpPr>
          <a:xfrm>
            <a:off x="7366013" y="3711142"/>
            <a:ext cx="1547811" cy="738187"/>
            <a:chOff x="3618333" y="999223"/>
            <a:chExt cx="1547811" cy="738187"/>
          </a:xfrm>
        </p:grpSpPr>
        <p:pic>
          <p:nvPicPr>
            <p:cNvPr id="55" name="Picture 4" descr="Bietet das Unternehmen bald Smart Locks ...">
              <a:extLst>
                <a:ext uri="{FF2B5EF4-FFF2-40B4-BE49-F238E27FC236}">
                  <a16:creationId xmlns:a16="http://schemas.microsoft.com/office/drawing/2014/main" id="{5A1B0076-FD4F-9317-00CA-1DAA17C08E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8333" y="999223"/>
              <a:ext cx="1547811" cy="7381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1153CDC-9502-2A72-6BDC-20979E9D1F38}"/>
                </a:ext>
              </a:extLst>
            </p:cNvPr>
            <p:cNvSpPr/>
            <p:nvPr/>
          </p:nvSpPr>
          <p:spPr>
            <a:xfrm>
              <a:off x="4102704" y="1072323"/>
              <a:ext cx="575174" cy="5832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BFFB764-7573-F24F-8627-AF5B7D7D006A}"/>
              </a:ext>
            </a:extLst>
          </p:cNvPr>
          <p:cNvGrpSpPr/>
          <p:nvPr/>
        </p:nvGrpSpPr>
        <p:grpSpPr>
          <a:xfrm>
            <a:off x="7357992" y="1999447"/>
            <a:ext cx="1547811" cy="738187"/>
            <a:chOff x="3618333" y="999223"/>
            <a:chExt cx="1547811" cy="738187"/>
          </a:xfrm>
        </p:grpSpPr>
        <p:pic>
          <p:nvPicPr>
            <p:cNvPr id="47" name="Picture 4" descr="Bietet das Unternehmen bald Smart Locks ...">
              <a:extLst>
                <a:ext uri="{FF2B5EF4-FFF2-40B4-BE49-F238E27FC236}">
                  <a16:creationId xmlns:a16="http://schemas.microsoft.com/office/drawing/2014/main" id="{C081DF7E-85FE-D7F3-59C6-7AF7547AE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8333" y="999223"/>
              <a:ext cx="1547811" cy="7381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10BFC3-E760-653E-3C17-DFF980F08E09}"/>
                </a:ext>
              </a:extLst>
            </p:cNvPr>
            <p:cNvSpPr/>
            <p:nvPr/>
          </p:nvSpPr>
          <p:spPr>
            <a:xfrm>
              <a:off x="4102704" y="1072323"/>
              <a:ext cx="575174" cy="5832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pic>
        <p:nvPicPr>
          <p:cNvPr id="1028" name="Picture 4" descr="Bietet das Unternehmen bald Smart Locks ...">
            <a:extLst>
              <a:ext uri="{FF2B5EF4-FFF2-40B4-BE49-F238E27FC236}">
                <a16:creationId xmlns:a16="http://schemas.microsoft.com/office/drawing/2014/main" id="{7D2AAF52-FB0B-C93C-AB08-9FC87BB93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48" y="5462080"/>
            <a:ext cx="1547811" cy="73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FFFE222-E29A-A73F-5E41-673D08E48D7C}"/>
              </a:ext>
            </a:extLst>
          </p:cNvPr>
          <p:cNvSpPr/>
          <p:nvPr/>
        </p:nvSpPr>
        <p:spPr>
          <a:xfrm>
            <a:off x="2240864" y="3612514"/>
            <a:ext cx="1394460" cy="4686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18E483-DFE0-068B-3EED-E406676B2D0D}"/>
              </a:ext>
            </a:extLst>
          </p:cNvPr>
          <p:cNvSpPr/>
          <p:nvPr/>
        </p:nvSpPr>
        <p:spPr>
          <a:xfrm>
            <a:off x="4113706" y="4449329"/>
            <a:ext cx="1962008" cy="16778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" name="Scroll: Vertical 3">
            <a:extLst>
              <a:ext uri="{FF2B5EF4-FFF2-40B4-BE49-F238E27FC236}">
                <a16:creationId xmlns:a16="http://schemas.microsoft.com/office/drawing/2014/main" id="{3FB4B422-5383-00F0-43DF-BB32ABCEB264}"/>
              </a:ext>
            </a:extLst>
          </p:cNvPr>
          <p:cNvSpPr/>
          <p:nvPr/>
        </p:nvSpPr>
        <p:spPr>
          <a:xfrm>
            <a:off x="4242949" y="4707272"/>
            <a:ext cx="1272921" cy="976313"/>
          </a:xfrm>
          <a:prstGeom prst="verticalScroll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Shedder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script</a:t>
            </a:r>
            <a:endParaRPr lang="en-SE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07EB99-D243-31AE-F3DB-2BE25CDD5F4D}"/>
              </a:ext>
            </a:extLst>
          </p:cNvPr>
          <p:cNvCxnSpPr>
            <a:cxnSpLocks/>
          </p:cNvCxnSpPr>
          <p:nvPr/>
        </p:nvCxnSpPr>
        <p:spPr>
          <a:xfrm>
            <a:off x="6465980" y="3194685"/>
            <a:ext cx="5483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A4382D-524C-D096-8A86-05457F3478A3}"/>
              </a:ext>
            </a:extLst>
          </p:cNvPr>
          <p:cNvCxnSpPr>
            <a:cxnSpLocks/>
          </p:cNvCxnSpPr>
          <p:nvPr/>
        </p:nvCxnSpPr>
        <p:spPr>
          <a:xfrm flipV="1">
            <a:off x="6465980" y="3608851"/>
            <a:ext cx="1043997" cy="120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068BD22-04F5-38A3-C0E4-61AAE4A2769A}"/>
              </a:ext>
            </a:extLst>
          </p:cNvPr>
          <p:cNvCxnSpPr>
            <a:cxnSpLocks/>
          </p:cNvCxnSpPr>
          <p:nvPr/>
        </p:nvCxnSpPr>
        <p:spPr>
          <a:xfrm flipV="1">
            <a:off x="6453119" y="4471931"/>
            <a:ext cx="552885" cy="2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Electric meter black and white clipart">
            <a:extLst>
              <a:ext uri="{FF2B5EF4-FFF2-40B4-BE49-F238E27FC236}">
                <a16:creationId xmlns:a16="http://schemas.microsoft.com/office/drawing/2014/main" id="{03EB601E-66D7-1108-62FA-E759F7971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36617"/>
            <a:ext cx="1472916" cy="147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5B5195C7-15B0-B03E-CFF7-53E405E886B8}"/>
              </a:ext>
            </a:extLst>
          </p:cNvPr>
          <p:cNvSpPr/>
          <p:nvPr/>
        </p:nvSpPr>
        <p:spPr>
          <a:xfrm>
            <a:off x="436880" y="4490085"/>
            <a:ext cx="645160" cy="1194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E5AB7AB-CF9C-B161-114A-AE3B4CB0AB87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1123636" y="3846829"/>
            <a:ext cx="11172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94AA54E-95A3-855A-342E-504E3EF89047}"/>
              </a:ext>
            </a:extLst>
          </p:cNvPr>
          <p:cNvCxnSpPr>
            <a:cxnSpLocks/>
          </p:cNvCxnSpPr>
          <p:nvPr/>
        </p:nvCxnSpPr>
        <p:spPr>
          <a:xfrm flipH="1" flipV="1">
            <a:off x="3635324" y="3846829"/>
            <a:ext cx="2824225" cy="81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78380F6-EFC4-9A78-7D64-C5340B957A7E}"/>
              </a:ext>
            </a:extLst>
          </p:cNvPr>
          <p:cNvCxnSpPr>
            <a:cxnSpLocks/>
            <a:stCxn id="2" idx="1"/>
            <a:endCxn id="2" idx="3"/>
          </p:cNvCxnSpPr>
          <p:nvPr/>
        </p:nvCxnSpPr>
        <p:spPr>
          <a:xfrm>
            <a:off x="2240864" y="3846829"/>
            <a:ext cx="1394460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0F55523-0AD6-5B6E-9FCD-9ED8227F92B7}"/>
              </a:ext>
            </a:extLst>
          </p:cNvPr>
          <p:cNvSpPr txBox="1"/>
          <p:nvPr/>
        </p:nvSpPr>
        <p:spPr>
          <a:xfrm>
            <a:off x="2298051" y="4090035"/>
            <a:ext cx="1339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Group fuse</a:t>
            </a:r>
            <a:endParaRPr lang="en-SE" b="1" dirty="0"/>
          </a:p>
        </p:txBody>
      </p:sp>
      <p:sp>
        <p:nvSpPr>
          <p:cNvPr id="1034" name="Oval 1033">
            <a:extLst>
              <a:ext uri="{FF2B5EF4-FFF2-40B4-BE49-F238E27FC236}">
                <a16:creationId xmlns:a16="http://schemas.microsoft.com/office/drawing/2014/main" id="{6B154CCA-BF53-EB72-DC85-7AEFC1E6D4A2}"/>
              </a:ext>
            </a:extLst>
          </p:cNvPr>
          <p:cNvSpPr/>
          <p:nvPr/>
        </p:nvSpPr>
        <p:spPr>
          <a:xfrm>
            <a:off x="4758287" y="3746820"/>
            <a:ext cx="241723" cy="2177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EBC283B0-5F49-4855-4C47-07B32CCE8B32}"/>
              </a:ext>
            </a:extLst>
          </p:cNvPr>
          <p:cNvCxnSpPr>
            <a:cxnSpLocks/>
            <a:stCxn id="1034" idx="4"/>
            <a:endCxn id="4" idx="0"/>
          </p:cNvCxnSpPr>
          <p:nvPr/>
        </p:nvCxnSpPr>
        <p:spPr>
          <a:xfrm>
            <a:off x="4879149" y="3964619"/>
            <a:ext cx="261" cy="742653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4" name="Picture 8" descr="Minimalist light bulb drawing 51156457 Vector Art at Vecteezy">
            <a:extLst>
              <a:ext uri="{FF2B5EF4-FFF2-40B4-BE49-F238E27FC236}">
                <a16:creationId xmlns:a16="http://schemas.microsoft.com/office/drawing/2014/main" id="{D3409526-D8CE-4D91-8601-AC3322F2B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889" y="530332"/>
            <a:ext cx="1413837" cy="881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10" descr="Radiator Drawing Home Stock Illustrations – 430 Radiator ...">
            <a:extLst>
              <a:ext uri="{FF2B5EF4-FFF2-40B4-BE49-F238E27FC236}">
                <a16:creationId xmlns:a16="http://schemas.microsoft.com/office/drawing/2014/main" id="{306E82A3-AD10-40DC-F263-E568F3863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309" y="1442168"/>
            <a:ext cx="1884998" cy="188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12" descr="Water Heater Drawing Stock Illustrations – 624 Water Heater ...">
            <a:extLst>
              <a:ext uri="{FF2B5EF4-FFF2-40B4-BE49-F238E27FC236}">
                <a16:creationId xmlns:a16="http://schemas.microsoft.com/office/drawing/2014/main" id="{B990557A-94F0-4DF9-C533-065EA49C8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712" y="3034979"/>
            <a:ext cx="1859279" cy="185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Picture 14" descr="Hand-drawn black-and-white sketch of electro car and car charger. Realistic  electromobile charging station. Alternative fuel. Doodle vector  illustration. Vintage. 29763485 Vector Art at Vecteezy">
            <a:extLst>
              <a:ext uri="{FF2B5EF4-FFF2-40B4-BE49-F238E27FC236}">
                <a16:creationId xmlns:a16="http://schemas.microsoft.com/office/drawing/2014/main" id="{13F934B4-9625-5907-5987-035097C3D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630336" y="4836969"/>
            <a:ext cx="2440940" cy="1830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9" name="Straight Connector 1068">
            <a:extLst>
              <a:ext uri="{FF2B5EF4-FFF2-40B4-BE49-F238E27FC236}">
                <a16:creationId xmlns:a16="http://schemas.microsoft.com/office/drawing/2014/main" id="{C3566649-2A2D-E8CD-02F2-550861B2BADA}"/>
              </a:ext>
            </a:extLst>
          </p:cNvPr>
          <p:cNvCxnSpPr>
            <a:cxnSpLocks/>
          </p:cNvCxnSpPr>
          <p:nvPr/>
        </p:nvCxnSpPr>
        <p:spPr>
          <a:xfrm flipH="1" flipV="1">
            <a:off x="7006004" y="979588"/>
            <a:ext cx="11409" cy="22288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Straight Connector 1070">
            <a:extLst>
              <a:ext uri="{FF2B5EF4-FFF2-40B4-BE49-F238E27FC236}">
                <a16:creationId xmlns:a16="http://schemas.microsoft.com/office/drawing/2014/main" id="{03954FCB-C67E-FA43-20F2-258F55923F0E}"/>
              </a:ext>
            </a:extLst>
          </p:cNvPr>
          <p:cNvCxnSpPr>
            <a:cxnSpLocks/>
          </p:cNvCxnSpPr>
          <p:nvPr/>
        </p:nvCxnSpPr>
        <p:spPr>
          <a:xfrm flipV="1">
            <a:off x="7001642" y="958498"/>
            <a:ext cx="1273450" cy="51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CD2DE8B6-07BF-C4CF-B124-D48E6282D68C}"/>
              </a:ext>
            </a:extLst>
          </p:cNvPr>
          <p:cNvCxnSpPr>
            <a:cxnSpLocks/>
          </p:cNvCxnSpPr>
          <p:nvPr/>
        </p:nvCxnSpPr>
        <p:spPr>
          <a:xfrm flipV="1">
            <a:off x="7509977" y="2373913"/>
            <a:ext cx="0" cy="1235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9" name="Straight Connector 1078">
            <a:extLst>
              <a:ext uri="{FF2B5EF4-FFF2-40B4-BE49-F238E27FC236}">
                <a16:creationId xmlns:a16="http://schemas.microsoft.com/office/drawing/2014/main" id="{73DFD028-9A6C-02A0-C9FA-380E32B6A179}"/>
              </a:ext>
            </a:extLst>
          </p:cNvPr>
          <p:cNvCxnSpPr>
            <a:cxnSpLocks/>
            <a:stCxn id="42" idx="3"/>
            <a:endCxn id="47" idx="3"/>
          </p:cNvCxnSpPr>
          <p:nvPr/>
        </p:nvCxnSpPr>
        <p:spPr>
          <a:xfrm>
            <a:off x="8417537" y="2364158"/>
            <a:ext cx="488266" cy="43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E082870-9203-4224-B38D-979BFAD42505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6453119" y="4057132"/>
            <a:ext cx="1397265" cy="187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34F0277D-FF4B-FD25-2655-FCAAF14ECD79}"/>
              </a:ext>
            </a:extLst>
          </p:cNvPr>
          <p:cNvCxnSpPr>
            <a:cxnSpLocks/>
          </p:cNvCxnSpPr>
          <p:nvPr/>
        </p:nvCxnSpPr>
        <p:spPr>
          <a:xfrm flipV="1">
            <a:off x="6987978" y="4479654"/>
            <a:ext cx="18026" cy="12858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5E44B09A-E9BD-2B6B-859C-1464AA7D4337}"/>
              </a:ext>
            </a:extLst>
          </p:cNvPr>
          <p:cNvCxnSpPr>
            <a:cxnSpLocks/>
            <a:endCxn id="1025" idx="1"/>
          </p:cNvCxnSpPr>
          <p:nvPr/>
        </p:nvCxnSpPr>
        <p:spPr>
          <a:xfrm>
            <a:off x="6987978" y="5765481"/>
            <a:ext cx="880055" cy="12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0" name="TextBox 1089">
            <a:extLst>
              <a:ext uri="{FF2B5EF4-FFF2-40B4-BE49-F238E27FC236}">
                <a16:creationId xmlns:a16="http://schemas.microsoft.com/office/drawing/2014/main" id="{3E749ED8-ED81-F987-6E8C-6EB0D5EA15BC}"/>
              </a:ext>
            </a:extLst>
          </p:cNvPr>
          <p:cNvSpPr txBox="1"/>
          <p:nvPr/>
        </p:nvSpPr>
        <p:spPr>
          <a:xfrm>
            <a:off x="3963759" y="6184441"/>
            <a:ext cx="2261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Shelly energy meter</a:t>
            </a:r>
            <a:br>
              <a:rPr lang="en-US" b="1" dirty="0"/>
            </a:br>
            <a:r>
              <a:rPr lang="en-US" b="1" dirty="0" err="1"/>
              <a:t>Eg.</a:t>
            </a:r>
            <a:r>
              <a:rPr lang="en-US" b="1" dirty="0"/>
              <a:t> </a:t>
            </a:r>
            <a:r>
              <a:rPr lang="sv-SE" b="1" dirty="0"/>
              <a:t>Shelly Pro 3EM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8C025C-BC64-511D-1BB3-C4C0A4301229}"/>
              </a:ext>
            </a:extLst>
          </p:cNvPr>
          <p:cNvCxnSpPr>
            <a:cxnSpLocks/>
          </p:cNvCxnSpPr>
          <p:nvPr/>
        </p:nvCxnSpPr>
        <p:spPr>
          <a:xfrm flipV="1">
            <a:off x="6453119" y="3194685"/>
            <a:ext cx="12861" cy="12946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0C10380-1EA0-20B0-A08F-FB6F304169CF}"/>
              </a:ext>
            </a:extLst>
          </p:cNvPr>
          <p:cNvCxnSpPr>
            <a:cxnSpLocks/>
          </p:cNvCxnSpPr>
          <p:nvPr/>
        </p:nvCxnSpPr>
        <p:spPr>
          <a:xfrm>
            <a:off x="7500087" y="2363163"/>
            <a:ext cx="342276" cy="10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F7FADEC-DD5D-79D8-F819-3574370796AF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8425558" y="4075853"/>
            <a:ext cx="7183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Straight Connector 1025">
            <a:extLst>
              <a:ext uri="{FF2B5EF4-FFF2-40B4-BE49-F238E27FC236}">
                <a16:creationId xmlns:a16="http://schemas.microsoft.com/office/drawing/2014/main" id="{C20B4C1F-6567-C3D9-A9CC-151A6D1229D8}"/>
              </a:ext>
            </a:extLst>
          </p:cNvPr>
          <p:cNvCxnSpPr>
            <a:cxnSpLocks/>
            <a:stCxn id="1025" idx="3"/>
          </p:cNvCxnSpPr>
          <p:nvPr/>
        </p:nvCxnSpPr>
        <p:spPr>
          <a:xfrm>
            <a:off x="8443207" y="5777923"/>
            <a:ext cx="1871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WIFI ROUTER LINE ICON VECTOR , LOGO 6820232 Vector Art at Vecteezy">
            <a:extLst>
              <a:ext uri="{FF2B5EF4-FFF2-40B4-BE49-F238E27FC236}">
                <a16:creationId xmlns:a16="http://schemas.microsoft.com/office/drawing/2014/main" id="{00B5E8F2-613E-C0F9-F6FD-2FFEE7B55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882" y="357699"/>
            <a:ext cx="1040246" cy="104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1047">
            <a:extLst>
              <a:ext uri="{FF2B5EF4-FFF2-40B4-BE49-F238E27FC236}">
                <a16:creationId xmlns:a16="http://schemas.microsoft.com/office/drawing/2014/main" id="{7C316D10-4AFC-2C7E-E1C3-6E252C5B55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2506" y="3319767"/>
            <a:ext cx="571529" cy="444523"/>
          </a:xfrm>
          <a:prstGeom prst="rect">
            <a:avLst/>
          </a:prstGeom>
        </p:spPr>
      </p:pic>
      <p:pic>
        <p:nvPicPr>
          <p:cNvPr id="1049" name="Picture 1048">
            <a:extLst>
              <a:ext uri="{FF2B5EF4-FFF2-40B4-BE49-F238E27FC236}">
                <a16:creationId xmlns:a16="http://schemas.microsoft.com/office/drawing/2014/main" id="{53CDBE7A-366D-F6D7-B901-8C6F86FEE9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2363" y="1616866"/>
            <a:ext cx="571529" cy="444523"/>
          </a:xfrm>
          <a:prstGeom prst="rect">
            <a:avLst/>
          </a:prstGeom>
        </p:spPr>
      </p:pic>
      <p:pic>
        <p:nvPicPr>
          <p:cNvPr id="1053" name="Picture 1052">
            <a:extLst>
              <a:ext uri="{FF2B5EF4-FFF2-40B4-BE49-F238E27FC236}">
                <a16:creationId xmlns:a16="http://schemas.microsoft.com/office/drawing/2014/main" id="{5E627F19-951A-2A75-A2A4-985497EF8E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2783" y="5016669"/>
            <a:ext cx="571529" cy="444523"/>
          </a:xfrm>
          <a:prstGeom prst="rect">
            <a:avLst/>
          </a:prstGeom>
        </p:spPr>
      </p:pic>
      <p:pic>
        <p:nvPicPr>
          <p:cNvPr id="1056" name="Picture 1055">
            <a:extLst>
              <a:ext uri="{FF2B5EF4-FFF2-40B4-BE49-F238E27FC236}">
                <a16:creationId xmlns:a16="http://schemas.microsoft.com/office/drawing/2014/main" id="{E63D3D5B-8B20-7F46-9A1E-8153BEC773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6244" y="3954970"/>
            <a:ext cx="571529" cy="444523"/>
          </a:xfrm>
          <a:prstGeom prst="rect">
            <a:avLst/>
          </a:prstGeom>
        </p:spPr>
      </p:pic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56E2B2D8-417C-DA01-42A9-DE6DF22AD033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075714" y="2521819"/>
            <a:ext cx="1766649" cy="2766429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EAD96700-DED0-EFCC-A1D9-C7BE6486429B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6075714" y="4242969"/>
            <a:ext cx="1764143" cy="1045279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Connector 1062">
            <a:extLst>
              <a:ext uri="{FF2B5EF4-FFF2-40B4-BE49-F238E27FC236}">
                <a16:creationId xmlns:a16="http://schemas.microsoft.com/office/drawing/2014/main" id="{6D762DCD-88F1-7FF8-B3FE-D2AF52A32F00}"/>
              </a:ext>
            </a:extLst>
          </p:cNvPr>
          <p:cNvCxnSpPr>
            <a:cxnSpLocks/>
            <a:stCxn id="1056" idx="0"/>
          </p:cNvCxnSpPr>
          <p:nvPr/>
        </p:nvCxnSpPr>
        <p:spPr>
          <a:xfrm flipH="1" flipV="1">
            <a:off x="4834009" y="1172343"/>
            <a:ext cx="688000" cy="2782627"/>
          </a:xfrm>
          <a:prstGeom prst="line">
            <a:avLst/>
          </a:prstGeom>
          <a:ln w="9525"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Straight Connector 1071">
            <a:extLst>
              <a:ext uri="{FF2B5EF4-FFF2-40B4-BE49-F238E27FC236}">
                <a16:creationId xmlns:a16="http://schemas.microsoft.com/office/drawing/2014/main" id="{AB6F3CF5-0FAA-4633-A9DA-E33DD5C0703D}"/>
              </a:ext>
            </a:extLst>
          </p:cNvPr>
          <p:cNvCxnSpPr>
            <a:cxnSpLocks/>
            <a:endCxn id="3" idx="3"/>
          </p:cNvCxnSpPr>
          <p:nvPr/>
        </p:nvCxnSpPr>
        <p:spPr>
          <a:xfrm flipH="1" flipV="1">
            <a:off x="6075714" y="5288248"/>
            <a:ext cx="1787069" cy="637991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TextBox 1088">
            <a:extLst>
              <a:ext uri="{FF2B5EF4-FFF2-40B4-BE49-F238E27FC236}">
                <a16:creationId xmlns:a16="http://schemas.microsoft.com/office/drawing/2014/main" id="{B2AEE8CF-8E6B-265A-089C-E9FF7AA064D9}"/>
              </a:ext>
            </a:extLst>
          </p:cNvPr>
          <p:cNvSpPr txBox="1"/>
          <p:nvPr/>
        </p:nvSpPr>
        <p:spPr>
          <a:xfrm>
            <a:off x="7214286" y="6107402"/>
            <a:ext cx="1917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Shelly 3-ph relay</a:t>
            </a:r>
            <a:br>
              <a:rPr lang="en-US" b="1" dirty="0"/>
            </a:br>
            <a:r>
              <a:rPr lang="en-US" b="1" dirty="0" err="1"/>
              <a:t>Eg.</a:t>
            </a:r>
            <a:r>
              <a:rPr lang="en-US" b="1" dirty="0"/>
              <a:t> </a:t>
            </a:r>
            <a:r>
              <a:rPr lang="sv-SE" b="1" dirty="0"/>
              <a:t>Shelly Pro 3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666336CA-2927-2F09-3C5E-B54A088A5F49}"/>
              </a:ext>
            </a:extLst>
          </p:cNvPr>
          <p:cNvSpPr txBox="1"/>
          <p:nvPr/>
        </p:nvSpPr>
        <p:spPr>
          <a:xfrm>
            <a:off x="7353676" y="2626456"/>
            <a:ext cx="1542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b="1" dirty="0"/>
              <a:t>Eg. Shelly </a:t>
            </a:r>
            <a:br>
              <a:rPr lang="sv-SE" b="1" dirty="0"/>
            </a:br>
            <a:r>
              <a:rPr lang="sv-SE" b="1" dirty="0"/>
              <a:t>HVAC</a:t>
            </a:r>
          </a:p>
          <a:p>
            <a:endParaRPr lang="en-SE" dirty="0"/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D5F98A21-3320-7868-18AB-108AAB534E0A}"/>
              </a:ext>
            </a:extLst>
          </p:cNvPr>
          <p:cNvSpPr txBox="1"/>
          <p:nvPr/>
        </p:nvSpPr>
        <p:spPr>
          <a:xfrm>
            <a:off x="7205010" y="4304649"/>
            <a:ext cx="19173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Shelly 1-ph relay</a:t>
            </a:r>
            <a:br>
              <a:rPr lang="en-US" b="1" dirty="0"/>
            </a:br>
            <a:r>
              <a:rPr lang="en-US" b="1" dirty="0" err="1"/>
              <a:t>Eg.</a:t>
            </a:r>
            <a:r>
              <a:rPr lang="en-US" b="1" dirty="0"/>
              <a:t> </a:t>
            </a:r>
            <a:r>
              <a:rPr lang="sv-SE" b="1" dirty="0"/>
              <a:t>Shelly Pro 1</a:t>
            </a:r>
          </a:p>
          <a:p>
            <a:endParaRPr lang="en-SE" b="1" dirty="0"/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6AE5DBD8-BF91-8F06-EB1D-BA3749A75BA3}"/>
              </a:ext>
            </a:extLst>
          </p:cNvPr>
          <p:cNvSpPr txBox="1"/>
          <p:nvPr/>
        </p:nvSpPr>
        <p:spPr>
          <a:xfrm>
            <a:off x="10930778" y="769642"/>
            <a:ext cx="904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Prio: -1</a:t>
            </a:r>
            <a:endParaRPr lang="en-SE" b="1" dirty="0"/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FB1498EC-359A-1F8D-D688-889610586616}"/>
              </a:ext>
            </a:extLst>
          </p:cNvPr>
          <p:cNvSpPr txBox="1"/>
          <p:nvPr/>
        </p:nvSpPr>
        <p:spPr>
          <a:xfrm>
            <a:off x="10930778" y="2235491"/>
            <a:ext cx="8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Prio: 0</a:t>
            </a:r>
            <a:endParaRPr lang="en-SE" b="1" dirty="0"/>
          </a:p>
        </p:txBody>
      </p:sp>
      <p:sp>
        <p:nvSpPr>
          <p:cNvPr id="1126" name="TextBox 1125">
            <a:extLst>
              <a:ext uri="{FF2B5EF4-FFF2-40B4-BE49-F238E27FC236}">
                <a16:creationId xmlns:a16="http://schemas.microsoft.com/office/drawing/2014/main" id="{206A5D5D-EC75-0910-759B-D8FB84CC65BC}"/>
              </a:ext>
            </a:extLst>
          </p:cNvPr>
          <p:cNvSpPr txBox="1"/>
          <p:nvPr/>
        </p:nvSpPr>
        <p:spPr>
          <a:xfrm>
            <a:off x="10930778" y="3842728"/>
            <a:ext cx="8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Prio: 1</a:t>
            </a:r>
            <a:endParaRPr lang="en-SE" b="1" dirty="0"/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B36175E7-C7E5-BACF-CA79-EC400051F2D9}"/>
              </a:ext>
            </a:extLst>
          </p:cNvPr>
          <p:cNvSpPr txBox="1"/>
          <p:nvPr/>
        </p:nvSpPr>
        <p:spPr>
          <a:xfrm>
            <a:off x="10930778" y="5406085"/>
            <a:ext cx="8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Prio: 2</a:t>
            </a:r>
            <a:endParaRPr lang="en-SE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E40194-8C70-76E2-88C2-C558CD9AB860}"/>
              </a:ext>
            </a:extLst>
          </p:cNvPr>
          <p:cNvCxnSpPr>
            <a:cxnSpLocks/>
            <a:stCxn id="1049" idx="0"/>
          </p:cNvCxnSpPr>
          <p:nvPr/>
        </p:nvCxnSpPr>
        <p:spPr>
          <a:xfrm flipH="1" flipV="1">
            <a:off x="4829693" y="1181069"/>
            <a:ext cx="3298435" cy="435797"/>
          </a:xfrm>
          <a:prstGeom prst="line">
            <a:avLst/>
          </a:prstGeom>
          <a:ln w="9525"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AA8F873-71BE-5090-53A1-1448CB5CC273}"/>
              </a:ext>
            </a:extLst>
          </p:cNvPr>
          <p:cNvCxnSpPr>
            <a:cxnSpLocks/>
          </p:cNvCxnSpPr>
          <p:nvPr/>
        </p:nvCxnSpPr>
        <p:spPr>
          <a:xfrm flipH="1" flipV="1">
            <a:off x="4829693" y="1213904"/>
            <a:ext cx="3302204" cy="2125939"/>
          </a:xfrm>
          <a:prstGeom prst="line">
            <a:avLst/>
          </a:prstGeom>
          <a:ln w="9525"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2F80D00-4C38-B974-549F-7D96445293EA}"/>
              </a:ext>
            </a:extLst>
          </p:cNvPr>
          <p:cNvCxnSpPr>
            <a:cxnSpLocks/>
          </p:cNvCxnSpPr>
          <p:nvPr/>
        </p:nvCxnSpPr>
        <p:spPr>
          <a:xfrm flipH="1" flipV="1">
            <a:off x="4796125" y="1213903"/>
            <a:ext cx="3328785" cy="3793028"/>
          </a:xfrm>
          <a:prstGeom prst="line">
            <a:avLst/>
          </a:prstGeom>
          <a:ln w="9525"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8" descr="Minimalist light bulb drawing 51156457 Vector Art at Vecteezy">
            <a:extLst>
              <a:ext uri="{FF2B5EF4-FFF2-40B4-BE49-F238E27FC236}">
                <a16:creationId xmlns:a16="http://schemas.microsoft.com/office/drawing/2014/main" id="{51F5BD3C-D1DA-45C8-0C17-8FE5F92DF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087" y="607986"/>
            <a:ext cx="1133895" cy="70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77F12AF-56BB-F0C4-FD12-D546204A2561}"/>
              </a:ext>
            </a:extLst>
          </p:cNvPr>
          <p:cNvGrpSpPr/>
          <p:nvPr/>
        </p:nvGrpSpPr>
        <p:grpSpPr>
          <a:xfrm>
            <a:off x="9381355" y="579610"/>
            <a:ext cx="872438" cy="881738"/>
            <a:chOff x="8770838" y="560430"/>
            <a:chExt cx="872438" cy="881738"/>
          </a:xfrm>
        </p:grpSpPr>
        <p:pic>
          <p:nvPicPr>
            <p:cNvPr id="25" name="Picture 24" descr="Hand-drawn Vector Illustration of a Two-door Refrigerator ...">
              <a:extLst>
                <a:ext uri="{FF2B5EF4-FFF2-40B4-BE49-F238E27FC236}">
                  <a16:creationId xmlns:a16="http://schemas.microsoft.com/office/drawing/2014/main" id="{78048A26-6175-94E2-945E-5BF81982EC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0990" y="560430"/>
              <a:ext cx="812286" cy="8579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91BBB9E-0AA6-5B60-9B6E-75C72D3436AA}"/>
                </a:ext>
              </a:extLst>
            </p:cNvPr>
            <p:cNvSpPr/>
            <p:nvPr/>
          </p:nvSpPr>
          <p:spPr>
            <a:xfrm>
              <a:off x="8770838" y="1325587"/>
              <a:ext cx="872438" cy="1165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99E508-0BCE-2C6D-CC0C-32CAF2D370D8}"/>
              </a:ext>
            </a:extLst>
          </p:cNvPr>
          <p:cNvGrpSpPr/>
          <p:nvPr/>
        </p:nvGrpSpPr>
        <p:grpSpPr>
          <a:xfrm>
            <a:off x="9950175" y="500417"/>
            <a:ext cx="961089" cy="992387"/>
            <a:chOff x="9493250" y="449781"/>
            <a:chExt cx="961089" cy="992387"/>
          </a:xfrm>
        </p:grpSpPr>
        <p:pic>
          <p:nvPicPr>
            <p:cNvPr id="31" name="Picture 6" descr="Hand drawn sketch of kitchen stove – Royalty-Free Vector ...">
              <a:extLst>
                <a:ext uri="{FF2B5EF4-FFF2-40B4-BE49-F238E27FC236}">
                  <a16:creationId xmlns:a16="http://schemas.microsoft.com/office/drawing/2014/main" id="{528FC521-98B1-F9CD-DBBA-8263685754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2017" y="449781"/>
              <a:ext cx="902322" cy="974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567CF10-B151-7AF0-709B-C120867E6003}"/>
                </a:ext>
              </a:extLst>
            </p:cNvPr>
            <p:cNvSpPr/>
            <p:nvPr/>
          </p:nvSpPr>
          <p:spPr>
            <a:xfrm>
              <a:off x="9493250" y="1325587"/>
              <a:ext cx="961089" cy="116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pic>
        <p:nvPicPr>
          <p:cNvPr id="33" name="Picture 8" descr="Sketch Empty electric socket. Cartoon, hand drawn unplugged european wall outlet. Cartoon, hand drawn unplugged european wall outlet , sketch style, isolated on white background.">
            <a:extLst>
              <a:ext uri="{FF2B5EF4-FFF2-40B4-BE49-F238E27FC236}">
                <a16:creationId xmlns:a16="http://schemas.microsoft.com/office/drawing/2014/main" id="{B9D87FF3-8E39-5CB5-8825-C669A22F5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814606" y="569269"/>
            <a:ext cx="812286" cy="81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08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33A83-D7B2-907B-54D4-454697A1F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D506320C-D094-0FFF-F72B-4FC6259FF1AE}"/>
              </a:ext>
            </a:extLst>
          </p:cNvPr>
          <p:cNvGrpSpPr/>
          <p:nvPr/>
        </p:nvGrpSpPr>
        <p:grpSpPr>
          <a:xfrm>
            <a:off x="7383662" y="5413212"/>
            <a:ext cx="1547811" cy="738187"/>
            <a:chOff x="3618333" y="999223"/>
            <a:chExt cx="1547811" cy="738187"/>
          </a:xfrm>
        </p:grpSpPr>
        <p:pic>
          <p:nvPicPr>
            <p:cNvPr id="63" name="Picture 4" descr="Bietet das Unternehmen bald Smart Locks ...">
              <a:extLst>
                <a:ext uri="{FF2B5EF4-FFF2-40B4-BE49-F238E27FC236}">
                  <a16:creationId xmlns:a16="http://schemas.microsoft.com/office/drawing/2014/main" id="{BD312C0B-7E98-5D62-3ACB-EDB24EE9D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8333" y="999223"/>
              <a:ext cx="1547811" cy="7381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C7F30055-29E2-0998-60CE-C33F158A692B}"/>
                </a:ext>
              </a:extLst>
            </p:cNvPr>
            <p:cNvSpPr/>
            <p:nvPr/>
          </p:nvSpPr>
          <p:spPr>
            <a:xfrm>
              <a:off x="4102704" y="1072323"/>
              <a:ext cx="575174" cy="5832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0E0780A-D415-BBC9-B2F4-891481E542AB}"/>
              </a:ext>
            </a:extLst>
          </p:cNvPr>
          <p:cNvGrpSpPr/>
          <p:nvPr/>
        </p:nvGrpSpPr>
        <p:grpSpPr>
          <a:xfrm>
            <a:off x="7366013" y="3711142"/>
            <a:ext cx="1547811" cy="738187"/>
            <a:chOff x="3618333" y="999223"/>
            <a:chExt cx="1547811" cy="738187"/>
          </a:xfrm>
        </p:grpSpPr>
        <p:pic>
          <p:nvPicPr>
            <p:cNvPr id="55" name="Picture 4" descr="Bietet das Unternehmen bald Smart Locks ...">
              <a:extLst>
                <a:ext uri="{FF2B5EF4-FFF2-40B4-BE49-F238E27FC236}">
                  <a16:creationId xmlns:a16="http://schemas.microsoft.com/office/drawing/2014/main" id="{5437EEAD-366A-0F44-4A59-97119C9BE1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8333" y="999223"/>
              <a:ext cx="1547811" cy="7381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4204457-F5DA-83E3-D84C-862A74CF819A}"/>
                </a:ext>
              </a:extLst>
            </p:cNvPr>
            <p:cNvSpPr/>
            <p:nvPr/>
          </p:nvSpPr>
          <p:spPr>
            <a:xfrm>
              <a:off x="4102704" y="1072323"/>
              <a:ext cx="575174" cy="5832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F90D347-C87B-BD84-8C4A-C1FA753B86E2}"/>
              </a:ext>
            </a:extLst>
          </p:cNvPr>
          <p:cNvGrpSpPr/>
          <p:nvPr/>
        </p:nvGrpSpPr>
        <p:grpSpPr>
          <a:xfrm>
            <a:off x="7357992" y="1999447"/>
            <a:ext cx="1547811" cy="738187"/>
            <a:chOff x="3618333" y="999223"/>
            <a:chExt cx="1547811" cy="738187"/>
          </a:xfrm>
        </p:grpSpPr>
        <p:pic>
          <p:nvPicPr>
            <p:cNvPr id="47" name="Picture 4" descr="Bietet das Unternehmen bald Smart Locks ...">
              <a:extLst>
                <a:ext uri="{FF2B5EF4-FFF2-40B4-BE49-F238E27FC236}">
                  <a16:creationId xmlns:a16="http://schemas.microsoft.com/office/drawing/2014/main" id="{D01879FA-D443-E623-8687-AD32531848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8333" y="999223"/>
              <a:ext cx="1547811" cy="7381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7FC4284-04F8-448C-7096-B58FB494BECC}"/>
                </a:ext>
              </a:extLst>
            </p:cNvPr>
            <p:cNvSpPr/>
            <p:nvPr/>
          </p:nvSpPr>
          <p:spPr>
            <a:xfrm>
              <a:off x="4102704" y="1072323"/>
              <a:ext cx="575174" cy="5832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pic>
        <p:nvPicPr>
          <p:cNvPr id="1028" name="Picture 4" descr="Bietet das Unternehmen bald Smart Locks ...">
            <a:extLst>
              <a:ext uri="{FF2B5EF4-FFF2-40B4-BE49-F238E27FC236}">
                <a16:creationId xmlns:a16="http://schemas.microsoft.com/office/drawing/2014/main" id="{709BCFE9-F65D-DAEC-A687-DDF2B34FF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48" y="5462080"/>
            <a:ext cx="1547811" cy="73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6939E0-F80D-A025-4FF5-B64EC220EDF7}"/>
              </a:ext>
            </a:extLst>
          </p:cNvPr>
          <p:cNvSpPr/>
          <p:nvPr/>
        </p:nvSpPr>
        <p:spPr>
          <a:xfrm>
            <a:off x="2240864" y="3612514"/>
            <a:ext cx="1394460" cy="4686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189FF9-BDAB-391E-A0A4-27E4069DB410}"/>
              </a:ext>
            </a:extLst>
          </p:cNvPr>
          <p:cNvSpPr/>
          <p:nvPr/>
        </p:nvSpPr>
        <p:spPr>
          <a:xfrm>
            <a:off x="4113706" y="4449329"/>
            <a:ext cx="1962008" cy="16778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" name="Scroll: Vertical 3">
            <a:extLst>
              <a:ext uri="{FF2B5EF4-FFF2-40B4-BE49-F238E27FC236}">
                <a16:creationId xmlns:a16="http://schemas.microsoft.com/office/drawing/2014/main" id="{C8DC4922-2735-F71E-C7B1-706CCF13C1F3}"/>
              </a:ext>
            </a:extLst>
          </p:cNvPr>
          <p:cNvSpPr/>
          <p:nvPr/>
        </p:nvSpPr>
        <p:spPr>
          <a:xfrm>
            <a:off x="4242949" y="4707272"/>
            <a:ext cx="1272921" cy="976313"/>
          </a:xfrm>
          <a:prstGeom prst="verticalScroll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Shedder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script</a:t>
            </a:r>
            <a:endParaRPr lang="en-SE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E1A742-F030-00F0-3E33-91A5501C1AA7}"/>
              </a:ext>
            </a:extLst>
          </p:cNvPr>
          <p:cNvCxnSpPr>
            <a:cxnSpLocks/>
          </p:cNvCxnSpPr>
          <p:nvPr/>
        </p:nvCxnSpPr>
        <p:spPr>
          <a:xfrm>
            <a:off x="6465980" y="3194685"/>
            <a:ext cx="5483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74AE333-0B94-7F1F-6915-8CE4573340DC}"/>
              </a:ext>
            </a:extLst>
          </p:cNvPr>
          <p:cNvCxnSpPr>
            <a:cxnSpLocks/>
          </p:cNvCxnSpPr>
          <p:nvPr/>
        </p:nvCxnSpPr>
        <p:spPr>
          <a:xfrm flipV="1">
            <a:off x="6465980" y="3608851"/>
            <a:ext cx="1043997" cy="120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42985C2-0265-2E5A-02A8-1FA3F8D92029}"/>
              </a:ext>
            </a:extLst>
          </p:cNvPr>
          <p:cNvCxnSpPr>
            <a:cxnSpLocks/>
          </p:cNvCxnSpPr>
          <p:nvPr/>
        </p:nvCxnSpPr>
        <p:spPr>
          <a:xfrm flipV="1">
            <a:off x="6453119" y="4471931"/>
            <a:ext cx="552885" cy="2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Electric meter black and white clipart">
            <a:extLst>
              <a:ext uri="{FF2B5EF4-FFF2-40B4-BE49-F238E27FC236}">
                <a16:creationId xmlns:a16="http://schemas.microsoft.com/office/drawing/2014/main" id="{5B6CDD2B-9059-B9BD-7A7F-D12292671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36617"/>
            <a:ext cx="1472916" cy="147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F8ED09DE-88BA-E658-BE0B-3A7D44685B66}"/>
              </a:ext>
            </a:extLst>
          </p:cNvPr>
          <p:cNvSpPr/>
          <p:nvPr/>
        </p:nvSpPr>
        <p:spPr>
          <a:xfrm>
            <a:off x="436880" y="4490085"/>
            <a:ext cx="645160" cy="1194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8E920B5-77E3-F9B4-05C3-094DAFA6246A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1123636" y="3846829"/>
            <a:ext cx="11172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B7553F7-65E7-39ED-EAFC-858F73CC1A58}"/>
              </a:ext>
            </a:extLst>
          </p:cNvPr>
          <p:cNvCxnSpPr>
            <a:cxnSpLocks/>
          </p:cNvCxnSpPr>
          <p:nvPr/>
        </p:nvCxnSpPr>
        <p:spPr>
          <a:xfrm flipH="1" flipV="1">
            <a:off x="3635324" y="3846829"/>
            <a:ext cx="2824225" cy="81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0E67D8E-A580-5AE3-B23C-F1C6DA30BB0C}"/>
              </a:ext>
            </a:extLst>
          </p:cNvPr>
          <p:cNvCxnSpPr>
            <a:cxnSpLocks/>
            <a:stCxn id="2" idx="1"/>
            <a:endCxn id="2" idx="3"/>
          </p:cNvCxnSpPr>
          <p:nvPr/>
        </p:nvCxnSpPr>
        <p:spPr>
          <a:xfrm>
            <a:off x="2240864" y="3846829"/>
            <a:ext cx="1394460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DE7DA4E-5127-6A0D-28F1-88EAC8F4DB3D}"/>
              </a:ext>
            </a:extLst>
          </p:cNvPr>
          <p:cNvSpPr txBox="1"/>
          <p:nvPr/>
        </p:nvSpPr>
        <p:spPr>
          <a:xfrm>
            <a:off x="2298051" y="4090035"/>
            <a:ext cx="1339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Group fuse</a:t>
            </a:r>
            <a:endParaRPr lang="en-SE" b="1" dirty="0"/>
          </a:p>
        </p:txBody>
      </p:sp>
      <p:sp>
        <p:nvSpPr>
          <p:cNvPr id="1034" name="Oval 1033">
            <a:extLst>
              <a:ext uri="{FF2B5EF4-FFF2-40B4-BE49-F238E27FC236}">
                <a16:creationId xmlns:a16="http://schemas.microsoft.com/office/drawing/2014/main" id="{98AE9AA8-FD40-F514-75C9-4771C0177A81}"/>
              </a:ext>
            </a:extLst>
          </p:cNvPr>
          <p:cNvSpPr/>
          <p:nvPr/>
        </p:nvSpPr>
        <p:spPr>
          <a:xfrm>
            <a:off x="4758287" y="3746820"/>
            <a:ext cx="241723" cy="2177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2F99362D-FA4D-0D1B-89F7-18B08E2596B1}"/>
              </a:ext>
            </a:extLst>
          </p:cNvPr>
          <p:cNvCxnSpPr>
            <a:cxnSpLocks/>
            <a:stCxn id="1034" idx="4"/>
            <a:endCxn id="4" idx="0"/>
          </p:cNvCxnSpPr>
          <p:nvPr/>
        </p:nvCxnSpPr>
        <p:spPr>
          <a:xfrm>
            <a:off x="4879149" y="3964619"/>
            <a:ext cx="261" cy="742653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5" name="Picture 10" descr="Radiator Drawing Home Stock Illustrations – 430 Radiator ...">
            <a:extLst>
              <a:ext uri="{FF2B5EF4-FFF2-40B4-BE49-F238E27FC236}">
                <a16:creationId xmlns:a16="http://schemas.microsoft.com/office/drawing/2014/main" id="{F7DC43DE-A122-17C6-27D7-F0818014E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309" y="1442168"/>
            <a:ext cx="1884998" cy="188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12" descr="Water Heater Drawing Stock Illustrations – 624 Water Heater ...">
            <a:extLst>
              <a:ext uri="{FF2B5EF4-FFF2-40B4-BE49-F238E27FC236}">
                <a16:creationId xmlns:a16="http://schemas.microsoft.com/office/drawing/2014/main" id="{25DC281B-8FA0-28EC-FDD6-3C4014303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712" y="3034979"/>
            <a:ext cx="1859279" cy="185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Picture 14" descr="Hand-drawn black-and-white sketch of electro car and car charger. Realistic  electromobile charging station. Alternative fuel. Doodle vector  illustration. Vintage. 29763485 Vector Art at Vecteezy">
            <a:extLst>
              <a:ext uri="{FF2B5EF4-FFF2-40B4-BE49-F238E27FC236}">
                <a16:creationId xmlns:a16="http://schemas.microsoft.com/office/drawing/2014/main" id="{D4985708-A96B-CCFE-3364-A79002703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630336" y="4836969"/>
            <a:ext cx="2440940" cy="1830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9" name="Straight Connector 1068">
            <a:extLst>
              <a:ext uri="{FF2B5EF4-FFF2-40B4-BE49-F238E27FC236}">
                <a16:creationId xmlns:a16="http://schemas.microsoft.com/office/drawing/2014/main" id="{9D41C319-EAC0-1E89-0821-8A79BD70973D}"/>
              </a:ext>
            </a:extLst>
          </p:cNvPr>
          <p:cNvCxnSpPr>
            <a:cxnSpLocks/>
          </p:cNvCxnSpPr>
          <p:nvPr/>
        </p:nvCxnSpPr>
        <p:spPr>
          <a:xfrm flipH="1" flipV="1">
            <a:off x="7006004" y="978735"/>
            <a:ext cx="11409" cy="22043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Straight Connector 1070">
            <a:extLst>
              <a:ext uri="{FF2B5EF4-FFF2-40B4-BE49-F238E27FC236}">
                <a16:creationId xmlns:a16="http://schemas.microsoft.com/office/drawing/2014/main" id="{68A25A87-86D9-6688-166D-8CDCDB089E60}"/>
              </a:ext>
            </a:extLst>
          </p:cNvPr>
          <p:cNvCxnSpPr>
            <a:cxnSpLocks/>
          </p:cNvCxnSpPr>
          <p:nvPr/>
        </p:nvCxnSpPr>
        <p:spPr>
          <a:xfrm>
            <a:off x="7014342" y="978735"/>
            <a:ext cx="12279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80A49223-C864-DB4C-03A3-850E4D06C9CC}"/>
              </a:ext>
            </a:extLst>
          </p:cNvPr>
          <p:cNvCxnSpPr>
            <a:cxnSpLocks/>
          </p:cNvCxnSpPr>
          <p:nvPr/>
        </p:nvCxnSpPr>
        <p:spPr>
          <a:xfrm flipV="1">
            <a:off x="7509977" y="2373913"/>
            <a:ext cx="0" cy="1235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9" name="Straight Connector 1078">
            <a:extLst>
              <a:ext uri="{FF2B5EF4-FFF2-40B4-BE49-F238E27FC236}">
                <a16:creationId xmlns:a16="http://schemas.microsoft.com/office/drawing/2014/main" id="{BFFB1852-0154-A8BB-6552-E4A30688F24E}"/>
              </a:ext>
            </a:extLst>
          </p:cNvPr>
          <p:cNvCxnSpPr>
            <a:cxnSpLocks/>
            <a:stCxn id="42" idx="3"/>
            <a:endCxn id="47" idx="3"/>
          </p:cNvCxnSpPr>
          <p:nvPr/>
        </p:nvCxnSpPr>
        <p:spPr>
          <a:xfrm>
            <a:off x="8417537" y="2364158"/>
            <a:ext cx="488266" cy="43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39A8B0-8C47-23BD-D408-169382C7BAB7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6453119" y="4057132"/>
            <a:ext cx="1397265" cy="187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0CEFB63F-D1DF-7922-28EA-82E4837DFA69}"/>
              </a:ext>
            </a:extLst>
          </p:cNvPr>
          <p:cNvCxnSpPr>
            <a:cxnSpLocks/>
          </p:cNvCxnSpPr>
          <p:nvPr/>
        </p:nvCxnSpPr>
        <p:spPr>
          <a:xfrm flipV="1">
            <a:off x="6987978" y="4479654"/>
            <a:ext cx="18026" cy="12858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3E6E9650-BE48-5642-2741-69B5D17E86DB}"/>
              </a:ext>
            </a:extLst>
          </p:cNvPr>
          <p:cNvCxnSpPr>
            <a:cxnSpLocks/>
            <a:endCxn id="1025" idx="1"/>
          </p:cNvCxnSpPr>
          <p:nvPr/>
        </p:nvCxnSpPr>
        <p:spPr>
          <a:xfrm>
            <a:off x="6987978" y="5765481"/>
            <a:ext cx="880055" cy="12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0" name="TextBox 1089">
            <a:extLst>
              <a:ext uri="{FF2B5EF4-FFF2-40B4-BE49-F238E27FC236}">
                <a16:creationId xmlns:a16="http://schemas.microsoft.com/office/drawing/2014/main" id="{02F7606A-B7B2-DD12-401D-4FA6CEA15D32}"/>
              </a:ext>
            </a:extLst>
          </p:cNvPr>
          <p:cNvSpPr txBox="1"/>
          <p:nvPr/>
        </p:nvSpPr>
        <p:spPr>
          <a:xfrm>
            <a:off x="3963759" y="6210945"/>
            <a:ext cx="2261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Shelly energy meter</a:t>
            </a:r>
            <a:br>
              <a:rPr lang="en-US" b="1" dirty="0"/>
            </a:br>
            <a:r>
              <a:rPr lang="en-US" b="1" dirty="0" err="1"/>
              <a:t>Eg.</a:t>
            </a:r>
            <a:r>
              <a:rPr lang="en-US" b="1" dirty="0"/>
              <a:t> </a:t>
            </a:r>
            <a:r>
              <a:rPr lang="sv-SE" b="1" dirty="0"/>
              <a:t>Shelly Pro 3EM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D6259C-61C0-3FA4-3648-3B785ED15BCA}"/>
              </a:ext>
            </a:extLst>
          </p:cNvPr>
          <p:cNvCxnSpPr>
            <a:cxnSpLocks/>
          </p:cNvCxnSpPr>
          <p:nvPr/>
        </p:nvCxnSpPr>
        <p:spPr>
          <a:xfrm flipV="1">
            <a:off x="6453119" y="3194685"/>
            <a:ext cx="12861" cy="12946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5D6686F-AE8B-AD8B-2E35-058F54ACC67C}"/>
              </a:ext>
            </a:extLst>
          </p:cNvPr>
          <p:cNvCxnSpPr>
            <a:cxnSpLocks/>
          </p:cNvCxnSpPr>
          <p:nvPr/>
        </p:nvCxnSpPr>
        <p:spPr>
          <a:xfrm>
            <a:off x="7500087" y="2363163"/>
            <a:ext cx="342276" cy="10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FA9306E-0B8A-E5FB-92CB-C07F8D09AACE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8425558" y="4075853"/>
            <a:ext cx="7183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Straight Connector 1025">
            <a:extLst>
              <a:ext uri="{FF2B5EF4-FFF2-40B4-BE49-F238E27FC236}">
                <a16:creationId xmlns:a16="http://schemas.microsoft.com/office/drawing/2014/main" id="{7A7626AF-FA43-2CA6-F5E2-DB49585CD516}"/>
              </a:ext>
            </a:extLst>
          </p:cNvPr>
          <p:cNvCxnSpPr>
            <a:cxnSpLocks/>
            <a:stCxn id="1025" idx="3"/>
          </p:cNvCxnSpPr>
          <p:nvPr/>
        </p:nvCxnSpPr>
        <p:spPr>
          <a:xfrm>
            <a:off x="8443207" y="5777923"/>
            <a:ext cx="1871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WIFI ROUTER LINE ICON VECTOR , LOGO 6820232 Vector Art at Vecteezy">
            <a:extLst>
              <a:ext uri="{FF2B5EF4-FFF2-40B4-BE49-F238E27FC236}">
                <a16:creationId xmlns:a16="http://schemas.microsoft.com/office/drawing/2014/main" id="{9C70CE73-BF0A-8028-DA11-EC9733800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882" y="357699"/>
            <a:ext cx="1040246" cy="104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1047">
            <a:extLst>
              <a:ext uri="{FF2B5EF4-FFF2-40B4-BE49-F238E27FC236}">
                <a16:creationId xmlns:a16="http://schemas.microsoft.com/office/drawing/2014/main" id="{3A7EE145-5D10-478A-1B5F-E013403D88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2506" y="3319767"/>
            <a:ext cx="571529" cy="444523"/>
          </a:xfrm>
          <a:prstGeom prst="rect">
            <a:avLst/>
          </a:prstGeom>
        </p:spPr>
      </p:pic>
      <p:pic>
        <p:nvPicPr>
          <p:cNvPr id="1049" name="Picture 1048">
            <a:extLst>
              <a:ext uri="{FF2B5EF4-FFF2-40B4-BE49-F238E27FC236}">
                <a16:creationId xmlns:a16="http://schemas.microsoft.com/office/drawing/2014/main" id="{2335380E-C23C-EE31-335C-4B5FC52AA8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2363" y="1616866"/>
            <a:ext cx="571529" cy="444523"/>
          </a:xfrm>
          <a:prstGeom prst="rect">
            <a:avLst/>
          </a:prstGeom>
        </p:spPr>
      </p:pic>
      <p:pic>
        <p:nvPicPr>
          <p:cNvPr id="1053" name="Picture 1052">
            <a:extLst>
              <a:ext uri="{FF2B5EF4-FFF2-40B4-BE49-F238E27FC236}">
                <a16:creationId xmlns:a16="http://schemas.microsoft.com/office/drawing/2014/main" id="{A54A37CE-2979-1CEB-C60B-31DB728FD9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2783" y="5016669"/>
            <a:ext cx="571529" cy="444523"/>
          </a:xfrm>
          <a:prstGeom prst="rect">
            <a:avLst/>
          </a:prstGeom>
        </p:spPr>
      </p:pic>
      <p:pic>
        <p:nvPicPr>
          <p:cNvPr id="1056" name="Picture 1055">
            <a:extLst>
              <a:ext uri="{FF2B5EF4-FFF2-40B4-BE49-F238E27FC236}">
                <a16:creationId xmlns:a16="http://schemas.microsoft.com/office/drawing/2014/main" id="{B47AD5C1-9BD2-82D5-924F-7207F3E85B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7962" y="3984384"/>
            <a:ext cx="571529" cy="444523"/>
          </a:xfrm>
          <a:prstGeom prst="rect">
            <a:avLst/>
          </a:prstGeom>
        </p:spPr>
      </p:pic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964998DE-6BEF-F95A-4AEF-40E9AAA3EFFA}"/>
              </a:ext>
            </a:extLst>
          </p:cNvPr>
          <p:cNvCxnSpPr>
            <a:cxnSpLocks/>
            <a:stCxn id="1056" idx="0"/>
          </p:cNvCxnSpPr>
          <p:nvPr/>
        </p:nvCxnSpPr>
        <p:spPr>
          <a:xfrm flipH="1" flipV="1">
            <a:off x="4861378" y="1214702"/>
            <a:ext cx="312349" cy="2769682"/>
          </a:xfrm>
          <a:prstGeom prst="line">
            <a:avLst/>
          </a:prstGeom>
          <a:ln w="9525"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9DDB2645-B94E-B607-3C82-5A551EFFDA80}"/>
              </a:ext>
            </a:extLst>
          </p:cNvPr>
          <p:cNvCxnSpPr>
            <a:cxnSpLocks/>
            <a:stCxn id="1049" idx="0"/>
          </p:cNvCxnSpPr>
          <p:nvPr/>
        </p:nvCxnSpPr>
        <p:spPr>
          <a:xfrm flipH="1" flipV="1">
            <a:off x="4879149" y="1181894"/>
            <a:ext cx="3248979" cy="434972"/>
          </a:xfrm>
          <a:prstGeom prst="line">
            <a:avLst/>
          </a:prstGeom>
          <a:ln w="9525"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Connector 1062">
            <a:extLst>
              <a:ext uri="{FF2B5EF4-FFF2-40B4-BE49-F238E27FC236}">
                <a16:creationId xmlns:a16="http://schemas.microsoft.com/office/drawing/2014/main" id="{92837522-F19F-3491-FBFA-6373E55C05DE}"/>
              </a:ext>
            </a:extLst>
          </p:cNvPr>
          <p:cNvCxnSpPr>
            <a:cxnSpLocks/>
          </p:cNvCxnSpPr>
          <p:nvPr/>
        </p:nvCxnSpPr>
        <p:spPr>
          <a:xfrm flipH="1" flipV="1">
            <a:off x="4834009" y="1172343"/>
            <a:ext cx="3294119" cy="2154823"/>
          </a:xfrm>
          <a:prstGeom prst="line">
            <a:avLst/>
          </a:prstGeom>
          <a:ln w="9525"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Straight Connector 1071">
            <a:extLst>
              <a:ext uri="{FF2B5EF4-FFF2-40B4-BE49-F238E27FC236}">
                <a16:creationId xmlns:a16="http://schemas.microsoft.com/office/drawing/2014/main" id="{15492937-14ED-8961-D0BF-A31377B97429}"/>
              </a:ext>
            </a:extLst>
          </p:cNvPr>
          <p:cNvCxnSpPr>
            <a:cxnSpLocks/>
          </p:cNvCxnSpPr>
          <p:nvPr/>
        </p:nvCxnSpPr>
        <p:spPr>
          <a:xfrm flipH="1" flipV="1">
            <a:off x="4834009" y="1181894"/>
            <a:ext cx="3314539" cy="3834775"/>
          </a:xfrm>
          <a:prstGeom prst="line">
            <a:avLst/>
          </a:prstGeom>
          <a:ln w="9525"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TextBox 1088">
            <a:extLst>
              <a:ext uri="{FF2B5EF4-FFF2-40B4-BE49-F238E27FC236}">
                <a16:creationId xmlns:a16="http://schemas.microsoft.com/office/drawing/2014/main" id="{D995107D-11AC-4F78-382A-6727B628BC0B}"/>
              </a:ext>
            </a:extLst>
          </p:cNvPr>
          <p:cNvSpPr txBox="1"/>
          <p:nvPr/>
        </p:nvSpPr>
        <p:spPr>
          <a:xfrm>
            <a:off x="7214286" y="6206792"/>
            <a:ext cx="1917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Shelly 3-ph relay</a:t>
            </a:r>
            <a:br>
              <a:rPr lang="en-US" b="1" dirty="0"/>
            </a:br>
            <a:r>
              <a:rPr lang="en-US" b="1" dirty="0" err="1"/>
              <a:t>Eg.</a:t>
            </a:r>
            <a:r>
              <a:rPr lang="en-US" b="1" dirty="0"/>
              <a:t> </a:t>
            </a:r>
            <a:r>
              <a:rPr lang="sv-SE" b="1" dirty="0"/>
              <a:t>Shelly Pro 3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08028CE7-9E2E-9B48-9418-E14AF294C186}"/>
              </a:ext>
            </a:extLst>
          </p:cNvPr>
          <p:cNvSpPr txBox="1"/>
          <p:nvPr/>
        </p:nvSpPr>
        <p:spPr>
          <a:xfrm>
            <a:off x="7353676" y="2626456"/>
            <a:ext cx="1542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b="1" dirty="0"/>
              <a:t>Eg. Shelly </a:t>
            </a:r>
            <a:br>
              <a:rPr lang="sv-SE" b="1" dirty="0"/>
            </a:br>
            <a:r>
              <a:rPr lang="sv-SE" b="1" dirty="0"/>
              <a:t>HVAC</a:t>
            </a:r>
          </a:p>
          <a:p>
            <a:endParaRPr lang="en-SE" dirty="0"/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B99FC074-6082-8FC2-F99E-4A8716527E20}"/>
              </a:ext>
            </a:extLst>
          </p:cNvPr>
          <p:cNvSpPr txBox="1"/>
          <p:nvPr/>
        </p:nvSpPr>
        <p:spPr>
          <a:xfrm>
            <a:off x="7205010" y="4304649"/>
            <a:ext cx="19173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Shelly 1-ph relay</a:t>
            </a:r>
            <a:br>
              <a:rPr lang="en-US" b="1" dirty="0"/>
            </a:br>
            <a:r>
              <a:rPr lang="en-US" b="1" dirty="0" err="1"/>
              <a:t>Eg.</a:t>
            </a:r>
            <a:r>
              <a:rPr lang="en-US" b="1" dirty="0"/>
              <a:t> </a:t>
            </a:r>
            <a:r>
              <a:rPr lang="sv-SE" b="1" dirty="0"/>
              <a:t>Shelly Pro 1</a:t>
            </a:r>
          </a:p>
          <a:p>
            <a:endParaRPr lang="en-SE" b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62280D0-885E-A6E8-1A31-A177D9E52B5E}"/>
              </a:ext>
            </a:extLst>
          </p:cNvPr>
          <p:cNvGrpSpPr/>
          <p:nvPr/>
        </p:nvGrpSpPr>
        <p:grpSpPr>
          <a:xfrm>
            <a:off x="1091682" y="1616866"/>
            <a:ext cx="1206369" cy="1037939"/>
            <a:chOff x="1106220" y="705712"/>
            <a:chExt cx="1570519" cy="147291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945E0DA-D55C-4369-EF52-F7B068CE7B45}"/>
                </a:ext>
              </a:extLst>
            </p:cNvPr>
            <p:cNvSpPr/>
            <p:nvPr/>
          </p:nvSpPr>
          <p:spPr>
            <a:xfrm>
              <a:off x="1106220" y="705712"/>
              <a:ext cx="1570519" cy="147291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 sz="1400" dirty="0"/>
            </a:p>
          </p:txBody>
        </p:sp>
        <p:sp>
          <p:nvSpPr>
            <p:cNvPr id="6" name="Scroll: Vertical 5">
              <a:extLst>
                <a:ext uri="{FF2B5EF4-FFF2-40B4-BE49-F238E27FC236}">
                  <a16:creationId xmlns:a16="http://schemas.microsoft.com/office/drawing/2014/main" id="{0E9AB292-56E9-4E77-F8DE-09D42069106A}"/>
                </a:ext>
              </a:extLst>
            </p:cNvPr>
            <p:cNvSpPr/>
            <p:nvPr/>
          </p:nvSpPr>
          <p:spPr>
            <a:xfrm>
              <a:off x="1133088" y="873818"/>
              <a:ext cx="1498511" cy="1120768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tx1"/>
                  </a:solidFill>
                </a:rPr>
                <a:t>Auromation</a:t>
              </a:r>
              <a:br>
                <a:rPr lang="en-US" sz="1100" dirty="0">
                  <a:solidFill>
                    <a:schemeClr val="tx1"/>
                  </a:solidFill>
                </a:rPr>
              </a:br>
              <a:r>
                <a:rPr lang="en-US" sz="1100" dirty="0">
                  <a:solidFill>
                    <a:schemeClr val="tx1"/>
                  </a:solidFill>
                </a:rPr>
                <a:t>entity</a:t>
              </a:r>
              <a:endParaRPr lang="en-SE" sz="11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93BDE2-9641-7F6D-7336-BEED18E1F7FB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723706" y="2654805"/>
            <a:ext cx="971161" cy="672361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D3D1B0-97C9-630F-E8B7-9592D7A972FE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4879410" y="2525117"/>
            <a:ext cx="2962953" cy="2182155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D149AE-680E-33C3-1248-1B66C13F9102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4879410" y="4215865"/>
            <a:ext cx="2962953" cy="491407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57A670-732B-863A-BA53-07F187207397}"/>
              </a:ext>
            </a:extLst>
          </p:cNvPr>
          <p:cNvCxnSpPr>
            <a:cxnSpLocks/>
            <a:stCxn id="4" idx="0"/>
          </p:cNvCxnSpPr>
          <p:nvPr/>
        </p:nvCxnSpPr>
        <p:spPr>
          <a:xfrm>
            <a:off x="4879410" y="4707272"/>
            <a:ext cx="2962953" cy="894631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975A69-6B3C-CD90-7219-740AF160C578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H="1" flipV="1">
            <a:off x="1694867" y="2654805"/>
            <a:ext cx="3184543" cy="2052467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0B1F267-6694-189C-3F2F-6FD8B04AAD58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298051" y="1181894"/>
            <a:ext cx="2589911" cy="953942"/>
          </a:xfrm>
          <a:prstGeom prst="line">
            <a:avLst/>
          </a:prstGeom>
          <a:ln w="9525"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loud 34">
            <a:extLst>
              <a:ext uri="{FF2B5EF4-FFF2-40B4-BE49-F238E27FC236}">
                <a16:creationId xmlns:a16="http://schemas.microsoft.com/office/drawing/2014/main" id="{5BC191FC-CCA3-29D7-FEC0-97C33E213098}"/>
              </a:ext>
            </a:extLst>
          </p:cNvPr>
          <p:cNvSpPr/>
          <p:nvPr/>
        </p:nvSpPr>
        <p:spPr>
          <a:xfrm>
            <a:off x="892607" y="316706"/>
            <a:ext cx="1629037" cy="945011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chemeClr val="tx1"/>
                </a:solidFill>
              </a:rPr>
              <a:t>Load price information</a:t>
            </a:r>
            <a:endParaRPr lang="en-SE" sz="1300" dirty="0">
              <a:solidFill>
                <a:schemeClr val="tx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C7B9D8C-3618-8D8D-5951-45E9A3B3B8D5}"/>
              </a:ext>
            </a:extLst>
          </p:cNvPr>
          <p:cNvCxnSpPr>
            <a:cxnSpLocks/>
            <a:stCxn id="5" idx="0"/>
            <a:endCxn id="35" idx="1"/>
          </p:cNvCxnSpPr>
          <p:nvPr/>
        </p:nvCxnSpPr>
        <p:spPr>
          <a:xfrm flipV="1">
            <a:off x="1694867" y="1260711"/>
            <a:ext cx="12259" cy="3561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8" descr="Minimalist light bulb drawing 51156457 Vector Art at Vecteezy">
            <a:extLst>
              <a:ext uri="{FF2B5EF4-FFF2-40B4-BE49-F238E27FC236}">
                <a16:creationId xmlns:a16="http://schemas.microsoft.com/office/drawing/2014/main" id="{2A9FF903-6884-570A-2EB1-2F485B617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087" y="607986"/>
            <a:ext cx="1133895" cy="70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07DC100D-9B6D-2210-242D-DE5605950618}"/>
              </a:ext>
            </a:extLst>
          </p:cNvPr>
          <p:cNvGrpSpPr/>
          <p:nvPr/>
        </p:nvGrpSpPr>
        <p:grpSpPr>
          <a:xfrm>
            <a:off x="9381355" y="579610"/>
            <a:ext cx="872438" cy="881738"/>
            <a:chOff x="8770838" y="560430"/>
            <a:chExt cx="872438" cy="881738"/>
          </a:xfrm>
        </p:grpSpPr>
        <p:pic>
          <p:nvPicPr>
            <p:cNvPr id="37" name="Picture 36" descr="Hand-drawn Vector Illustration of a Two-door Refrigerator ...">
              <a:extLst>
                <a:ext uri="{FF2B5EF4-FFF2-40B4-BE49-F238E27FC236}">
                  <a16:creationId xmlns:a16="http://schemas.microsoft.com/office/drawing/2014/main" id="{6103750E-F7EC-B13C-5EE5-F73B45538F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0990" y="560430"/>
              <a:ext cx="812286" cy="8579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294AC9C-4742-B280-96C1-AD5E1276A319}"/>
                </a:ext>
              </a:extLst>
            </p:cNvPr>
            <p:cNvSpPr/>
            <p:nvPr/>
          </p:nvSpPr>
          <p:spPr>
            <a:xfrm>
              <a:off x="8770838" y="1325587"/>
              <a:ext cx="872438" cy="1165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CF37AF3-025A-B04B-9B37-0E1194404FD0}"/>
              </a:ext>
            </a:extLst>
          </p:cNvPr>
          <p:cNvGrpSpPr/>
          <p:nvPr/>
        </p:nvGrpSpPr>
        <p:grpSpPr>
          <a:xfrm>
            <a:off x="9950175" y="500417"/>
            <a:ext cx="961089" cy="992387"/>
            <a:chOff x="9493250" y="449781"/>
            <a:chExt cx="961089" cy="992387"/>
          </a:xfrm>
        </p:grpSpPr>
        <p:pic>
          <p:nvPicPr>
            <p:cNvPr id="41" name="Picture 6" descr="Hand drawn sketch of kitchen stove – Royalty-Free Vector ...">
              <a:extLst>
                <a:ext uri="{FF2B5EF4-FFF2-40B4-BE49-F238E27FC236}">
                  <a16:creationId xmlns:a16="http://schemas.microsoft.com/office/drawing/2014/main" id="{A1315B5B-56F0-8792-3D5A-C69B57D7B2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2017" y="449781"/>
              <a:ext cx="902322" cy="974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BEB76C9-7675-2817-0D5A-7DE943703697}"/>
                </a:ext>
              </a:extLst>
            </p:cNvPr>
            <p:cNvSpPr/>
            <p:nvPr/>
          </p:nvSpPr>
          <p:spPr>
            <a:xfrm>
              <a:off x="9493250" y="1325587"/>
              <a:ext cx="961089" cy="116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pic>
        <p:nvPicPr>
          <p:cNvPr id="48" name="Picture 8" descr="Sketch Empty electric socket. Cartoon, hand drawn unplugged european wall outlet. Cartoon, hand drawn unplugged european wall outlet , sketch style, isolated on white background.">
            <a:extLst>
              <a:ext uri="{FF2B5EF4-FFF2-40B4-BE49-F238E27FC236}">
                <a16:creationId xmlns:a16="http://schemas.microsoft.com/office/drawing/2014/main" id="{6F32A148-9989-D614-1C25-5C98C3609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814606" y="569269"/>
            <a:ext cx="812286" cy="81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1E1F29E9-CEFC-29C8-A850-648A9AE769A4}"/>
              </a:ext>
            </a:extLst>
          </p:cNvPr>
          <p:cNvSpPr txBox="1"/>
          <p:nvPr/>
        </p:nvSpPr>
        <p:spPr>
          <a:xfrm>
            <a:off x="10930778" y="769642"/>
            <a:ext cx="904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Prio: -1</a:t>
            </a:r>
            <a:endParaRPr lang="en-SE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F4BFFA2-8471-6B08-7F21-828DE229A08C}"/>
              </a:ext>
            </a:extLst>
          </p:cNvPr>
          <p:cNvSpPr txBox="1"/>
          <p:nvPr/>
        </p:nvSpPr>
        <p:spPr>
          <a:xfrm>
            <a:off x="10930778" y="2235491"/>
            <a:ext cx="8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Prio: 0</a:t>
            </a:r>
            <a:endParaRPr lang="en-SE" b="1" dirty="0"/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8343F0F4-FA83-5452-B544-4D2368288202}"/>
              </a:ext>
            </a:extLst>
          </p:cNvPr>
          <p:cNvSpPr txBox="1"/>
          <p:nvPr/>
        </p:nvSpPr>
        <p:spPr>
          <a:xfrm>
            <a:off x="10930778" y="3842728"/>
            <a:ext cx="8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Prio: 1</a:t>
            </a:r>
            <a:endParaRPr lang="en-SE" b="1" dirty="0"/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D368CD8E-CBD4-AE2D-10B0-A448B41628E8}"/>
              </a:ext>
            </a:extLst>
          </p:cNvPr>
          <p:cNvSpPr txBox="1"/>
          <p:nvPr/>
        </p:nvSpPr>
        <p:spPr>
          <a:xfrm>
            <a:off x="10930778" y="5406085"/>
            <a:ext cx="8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Prio: 2</a:t>
            </a:r>
            <a:endParaRPr lang="en-SE" b="1" dirty="0"/>
          </a:p>
        </p:txBody>
      </p: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120DC216-9949-DE24-6D9E-D508B5741AF1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1694867" y="2654805"/>
            <a:ext cx="971160" cy="402623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DAD59B41-BAAE-24CF-793B-B3F5A73C3951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1694867" y="2654805"/>
            <a:ext cx="1384348" cy="433316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ED1A721E-7BDA-C997-6D45-F8F9AC848F93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1694867" y="2654805"/>
            <a:ext cx="1847324" cy="459618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43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2495</TotalTime>
  <Words>129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Shedder use-cases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Bjurel</dc:creator>
  <cp:lastModifiedBy>Jonas Bjurel</cp:lastModifiedBy>
  <cp:revision>3</cp:revision>
  <cp:lastPrinted>2026-03-19T12:19:11Z</cp:lastPrinted>
  <dcterms:created xsi:type="dcterms:W3CDTF">2026-03-18T17:26:37Z</dcterms:created>
  <dcterms:modified xsi:type="dcterms:W3CDTF">2026-03-20T11:18:29Z</dcterms:modified>
</cp:coreProperties>
</file>